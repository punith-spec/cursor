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role: Senior UX Architect. Initiative: CIS pilot. Date: July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CIS is at a scale point where ambiguity creates downstream cost. A UX Architect bridge resolves this at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Senior UX 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Bridging Japan Business Intent ↔ India Engineering Execution</a:t>
            </a:r>
            <a:br/>
            <a:br/>
            <a:r>
              <a:t>CIS UX Architecture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This Role Matters 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10058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Current Pain</a:t>
                      </a:r>
                    </a:p>
                  </a:txBody>
                  <a:tcPr>
                    <a:solidFill>
                      <a:srgbClr val="BF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BF1A2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High-context JP business intent gets lost across time zones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Rework in IN engineering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Requirements clarified late in the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Slower delivery, design debt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No single owner for cross-functional UX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Inconsistent experience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Design patterns vary across CIS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Fragmented user experience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Senior UX Architect — Bridge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 senior practitioner who owns the translation layer between business intent and engineering execution.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Core charter: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Convert JP business/policy requirements into clear, buildable UX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Own CIS information architecture, user flows, and design standards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Facilitate Japan–India alignment on UX decisions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Reduce ambiguity-driven rework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Title options: Senior UX Architect (preferred), Lead UX Architect — CIS, UX Architect / Bridge (JP–IN)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This Role Exists in the 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8382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Market Signal</a:t>
                      </a:r>
                    </a:p>
                  </a:txBody>
                  <a:tcPr>
                    <a:solidFill>
                      <a:srgbClr val="BF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BF1A2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Senior UX Architect job postings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Enterprise SaaS and design-system organizations actively hire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UI/UX Architect role definitions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Focus on IA, design systems, cross-functional translation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Bridge Engineer (ブリッジSE) in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Standard role connecting JP business with offshore engineering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Japanese offshore UX bridge designers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Practitioners translating requirements for Vietnam/India/Bangladesh teams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Rakuten Experience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Cross-service guidelines and design-system governance exist at Rakuten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This Role Fits Rakuten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Rakuten operates a large ecosystem with: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Multiple services requiring consistency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Global teams across Japan, India, and other regions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A mission to maximize customer and business value through UX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Existing design guideline and UX standards work (Rakuten Experience Project)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CIS can become the pilot for a replicable JP–IN UX architecture bridge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Mission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In CIS, own UX architecture to translate Japanese business intent into clear, buildable experience specifications for India engineering — improving alignment quality, reducing rework, and scaling consistency.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This Role Will 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718457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BF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BF1A2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Experience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IA, user flows, journey maps, state logic, edge cases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Translation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Business Intent Canvas, UX specs, acceptance criteria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Design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Pattern standards, review criteria, exception process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Decision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Architecture Decision Records (ADRs) for major UX calls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Cross-Functional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Facilitate JP business + IN engineering alignment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Mentorship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Coach designers and PMs on systems thinking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Japan ↔ India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Japan Business → Business Intent Canvas (JP + EN) → UX Architecture Spec → Architecture Review → Decision Log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India Engineering → Buildable flows &amp; acceptance criteria → Engineering Review → Implemented UX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The UX Architect sits at the center: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Receives high-context JP intent (policy, goals, constraints)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Produces low-context, buildable specs for IN engineering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Facilitates architecture reviews and records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We Will Produce in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1. Business Intent Canvas — one-page JP + EN summary of CIS intent, constraints, success metrics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2. Current-State Journey Map — end-to-end CIS journey with friction points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3. Target UX Architecture — IA, flows, role-based views, edge cases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4. UX Architecture Spec — engineering-ready specs with acceptance criteria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5. Architecture Decision Log (ADR) — record of decisions, options, trade-offs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6. Governance Checklist — review gate before development begins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718457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BF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How We Measure It</a:t>
                      </a:r>
                    </a:p>
                  </a:txBody>
                  <a:tcPr>
                    <a:solidFill>
                      <a:srgbClr val="BF1A2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Reduced rework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% decrease in changes from misunderstood requirements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Faster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Days from requirement to final UX decision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Better first-pass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Defects found in UX implementation review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Improved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% of CIS modules following shared patterns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Clearer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Time to resolve cross-team UX disputes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Scalable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0000"/>
                          </a:solidFill>
                        </a:defRPr>
                      </a:pPr>
                      <a:r>
                        <a:t>Reusable process for other JP–IN initiatives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KPIs to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Efficiency Metrics: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Requirement clarification loops per feature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Rework rate from unclear requirements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Time to final architecture decision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Quality Metrics: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UX implementation defects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Design system pattern reuse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Post-release usability issues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Adoption Metrics: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Number of CIS modules using shared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Cross-team participation in architecture reviews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Internal NPS from PM and Engineering partners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90-Day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Phase 1: Discovery &amp; Setup (Days 1–30)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Shadow CIS squads and requirement handoffs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Map current-state journey and pain points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Define Business Intent Canvas and ADR template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Meet JP business and IN engineering leads to align cadence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Phase 2: Architecture &amp; Pilot (Days 31–60)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Design target UX architecture for one CIS journey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Build UX specs and decision log with engineering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Run first architecture review with JP + IN stakeholders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Phase 3: Governance &amp; Scale (Days 61–90)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Implement review checklist and governance gate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Measure rework and alignment improvement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Document playbook for reuse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Investment vs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Investment: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1 senior UX resource (this role)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Recurring JP + IN triad meeting time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Pilot scope on one CIS journey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Return: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Reduced engineering rework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Faster requirement-to-build cycle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More consistent user experience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Reusable bridge model for Rakuten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Foundation for career path in UX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Payback: Likely within one quarter if rework reduction is measurable.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Decision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Approve a 90-day pilot for a Senior UX Architect (JP–IN Bridge) on CIS with: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1. Scope: One end-to-end CIS journey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2. Authority: Review gate on UX architecture decisions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3. Cadence: Weekly JP + IN + UX triad sync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4. Evaluation: Review metrics and business impact at Day 90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If successful, we scale the model to additional CIS modules and other JP–IN initiatives.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Appendix — Supporting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Role precedence: Senior UX Architect, Bridge Engineer, and Enterprise UX Architecture roles are active in the market.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Cultural bridge: Combines Japanese business context (consensus, quality, policy) with India engineering execution (speed, feasibility, scale).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Rakuten fit: Aligns with cross-service UX standards and design system governance goals.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 and discussion welcome.</a:t>
            </a:r>
            <a:br/>
            <a:br/>
            <a:r>
              <a:t>Next step: Approve pilot scope and select first CIS journey to architect.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