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media/image1.svg" ContentType="image/svg+xml"/>
  <Override PartName="/ppt/media/image10.svg" ContentType="image/svg+xml"/>
  <Override PartName="/ppt/media/image12.svg" ContentType="image/svg+xml"/>
  <Override PartName="/ppt/media/image13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6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90" r:id="rId2"/>
    <p:sldMasterId id="2147483704" r:id="rId3"/>
    <p:sldMasterId id="2147483717" r:id="rId4"/>
  </p:sldMasterIdLst>
  <p:notesMasterIdLst>
    <p:notesMasterId r:id="rId12"/>
  </p:notesMasterIdLst>
  <p:sldIdLst>
    <p:sldId id="2147483404" r:id="rId5"/>
    <p:sldId id="965" r:id="rId6"/>
    <p:sldId id="261" r:id="rId7"/>
    <p:sldId id="257" r:id="rId8"/>
    <p:sldId id="259" r:id="rId9"/>
    <p:sldId id="258" r:id="rId10"/>
    <p:sldId id="214748364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9B4AF6F-EB60-56BC-71BB-ECD0DCE5B855}" name="Bell, James | James | ITSD" initials="" userId="S::james.bell@rakuten.com::48d9f4f4-1299-4024-a29d-c3aeec0456ca" providerId="AD"/>
  <p188:author id="{09F613B5-64E2-F4C2-518F-C16C097A220F}" name="Kakati, Hemangajit" initials="HK" userId="S::hemangajit.kakati@rakuten.com::123d7931-f165-4b20-bee8-67f1236143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1818"/>
    <a:srgbClr val="FFFFFF"/>
    <a:srgbClr val="BF0000"/>
    <a:srgbClr val="A42D96"/>
    <a:srgbClr val="F815BF"/>
    <a:srgbClr val="ED7232"/>
    <a:srgbClr val="256789"/>
    <a:srgbClr val="F7F1C7"/>
    <a:srgbClr val="0C3B4F"/>
    <a:srgbClr val="4FA9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57"/>
    <p:restoredTop sz="94682"/>
  </p:normalViewPr>
  <p:slideViewPr>
    <p:cSldViewPr snapToGrid="0">
      <p:cViewPr>
        <p:scale>
          <a:sx n="56" d="100"/>
          <a:sy n="56" d="100"/>
        </p:scale>
        <p:origin x="1792" y="1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Rakuten Sans JP" panose="020B0400000000000000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Rakuten Sans JP" panose="020B0400000000000000" pitchFamily="34" charset="-128"/>
              </a:defRPr>
            </a:lvl1pPr>
          </a:lstStyle>
          <a:p>
            <a:fld id="{D05505F9-9A92-8B4E-B4A2-B6A6B3067982}" type="datetimeFigureOut">
              <a:rPr lang="en-US" smtClean="0"/>
              <a:pPr/>
              <a:t>10/12/26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Rakuten Sans JP" panose="020B0400000000000000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Rakuten Sans JP" panose="020B0400000000000000" pitchFamily="34" charset="-128"/>
              </a:defRPr>
            </a:lvl1pPr>
          </a:lstStyle>
          <a:p>
            <a:fld id="{996E0DB1-009E-AE4A-BF99-F7BE0583B0F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28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Rakuten Sans JP" panose="020B0400000000000000" pitchFamily="34" charset="-128"/>
        <a:ea typeface="+mn-ea"/>
        <a:cs typeface="+mn-cs"/>
      </a:defRPr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SG" sz="1200" u="none" strike="noStrike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“Our presentation will represent _____for brand concepts and ___ among our five principles of success.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C4CC46-C8F2-4731-96DE-09F553337401}" type="slidenum">
              <a:rPr kumimoji="1" lang="ja-JP" alt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ja-JP" alt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784176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4.svg"/><Relationship Id="rId6" Type="http://schemas.openxmlformats.org/officeDocument/2006/relationships/image" Target="../media/image5.emf"/><Relationship Id="rId7" Type="http://schemas.openxmlformats.org/officeDocument/2006/relationships/image" Target="../media/image6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emf"/><Relationship Id="rId3" Type="http://schemas.openxmlformats.org/officeDocument/2006/relationships/image" Target="../media/image9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svg"/><Relationship Id="rId3" Type="http://schemas.openxmlformats.org/officeDocument/2006/relationships/image" Target="../media/image11.emf"/><Relationship Id="rId4" Type="http://schemas.openxmlformats.org/officeDocument/2006/relationships/image" Target="../media/image3.svg"/><Relationship Id="rId5" Type="http://schemas.openxmlformats.org/officeDocument/2006/relationships/image" Target="../media/image2.svg"/><Relationship Id="rId6" Type="http://schemas.openxmlformats.org/officeDocument/2006/relationships/image" Target="../media/image12.svg"/><Relationship Id="rId7" Type="http://schemas.openxmlformats.org/officeDocument/2006/relationships/image" Target="../media/image6.svg"/><Relationship Id="rId8" Type="http://schemas.openxmlformats.org/officeDocument/2006/relationships/image" Target="../media/image1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svg"/><Relationship Id="rId3" Type="http://schemas.openxmlformats.org/officeDocument/2006/relationships/image" Target="../media/image11.emf"/><Relationship Id="rId4" Type="http://schemas.openxmlformats.org/officeDocument/2006/relationships/image" Target="../media/image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svg"/><Relationship Id="rId3" Type="http://schemas.openxmlformats.org/officeDocument/2006/relationships/image" Target="../media/image2.svg"/><Relationship Id="rId4" Type="http://schemas.openxmlformats.org/officeDocument/2006/relationships/image" Target="../media/image11.emf"/><Relationship Id="rId5" Type="http://schemas.openxmlformats.org/officeDocument/2006/relationships/image" Target="../media/image3.svg"/><Relationship Id="rId6" Type="http://schemas.openxmlformats.org/officeDocument/2006/relationships/image" Target="../media/image1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svg"/><Relationship Id="rId3" Type="http://schemas.openxmlformats.org/officeDocument/2006/relationships/image" Target="../media/image11.emf"/><Relationship Id="rId4" Type="http://schemas.openxmlformats.org/officeDocument/2006/relationships/image" Target="../media/image3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svg"/><Relationship Id="rId3" Type="http://schemas.openxmlformats.org/officeDocument/2006/relationships/image" Target="../media/image2.svg"/><Relationship Id="rId4" Type="http://schemas.openxmlformats.org/officeDocument/2006/relationships/image" Target="../media/image11.emf"/><Relationship Id="rId5" Type="http://schemas.openxmlformats.org/officeDocument/2006/relationships/image" Target="../media/image3.svg"/><Relationship Id="rId6" Type="http://schemas.openxmlformats.org/officeDocument/2006/relationships/image" Target="../media/image13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13.svg"/><Relationship Id="rId6" Type="http://schemas.openxmlformats.org/officeDocument/2006/relationships/image" Target="../media/image2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3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1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emf"/><Relationship Id="rId3" Type="http://schemas.openxmlformats.org/officeDocument/2006/relationships/image" Target="../media/image1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emf"/><Relationship Id="rId3" Type="http://schemas.openxmlformats.org/officeDocument/2006/relationships/image" Target="../media/image1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emf"/><Relationship Id="rId3" Type="http://schemas.openxmlformats.org/officeDocument/2006/relationships/image" Target="../media/image16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emf"/><Relationship Id="rId3" Type="http://schemas.openxmlformats.org/officeDocument/2006/relationships/image" Target="../media/image14.png"/><Relationship Id="rId4" Type="http://schemas.openxmlformats.org/officeDocument/2006/relationships/image" Target="../media/image17.jpg"/><Relationship Id="rId5" Type="http://schemas.openxmlformats.org/officeDocument/2006/relationships/image" Target="../media/image18.png"/><Relationship Id="rId6" Type="http://schemas.microsoft.com/office/2007/relationships/hdphoto" Target="../media/hdphoto1.wdp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jpeg"/><Relationship Id="rId3" Type="http://schemas.openxmlformats.org/officeDocument/2006/relationships/image" Target="../media/image8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jpeg"/><Relationship Id="rId3" Type="http://schemas.openxmlformats.org/officeDocument/2006/relationships/image" Target="../media/image8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emf"/><Relationship Id="rId3" Type="http://schemas.openxmlformats.org/officeDocument/2006/relationships/image" Target="../media/image2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emf"/><Relationship Id="rId3" Type="http://schemas.openxmlformats.org/officeDocument/2006/relationships/image" Target="../media/image2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emf"/><Relationship Id="rId3" Type="http://schemas.openxmlformats.org/officeDocument/2006/relationships/image" Target="../media/image2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em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emf"/><Relationship Id="rId3" Type="http://schemas.openxmlformats.org/officeDocument/2006/relationships/image" Target="../media/image2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Card-Rkt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4783C396-C815-F1C8-2F21-4D76AAA020E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76" t="8831" r="4149" b="-1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7" name="Shape 16"/>
          <p:cNvSpPr>
            <a:spLocks noGrp="1"/>
          </p:cNvSpPr>
          <p:nvPr>
            <p:ph type="title" hasCustomPrompt="1"/>
          </p:nvPr>
        </p:nvSpPr>
        <p:spPr>
          <a:xfrm>
            <a:off x="3195878" y="1642877"/>
            <a:ext cx="7989573" cy="187036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 b="0" i="0" baseline="0">
                <a:solidFill>
                  <a:srgbClr val="FFFFFF"/>
                </a:solidFill>
                <a:latin typeface="Rakuten Sans JP" panose="020B0400000000000000" pitchFamily="34" charset="-128"/>
                <a:ea typeface="+mj-ea"/>
                <a:cs typeface="メイリオ" panose="020B0604030504040204" pitchFamily="50" charset="-128"/>
              </a:defRPr>
            </a:lvl1pPr>
          </a:lstStyle>
          <a:p>
            <a:r>
              <a:rPr kumimoji="1" lang="en-US" altLang="ja-JP" dirty="0" err="1"/>
              <a:t>Rakathon</a:t>
            </a:r>
            <a:r>
              <a:rPr kumimoji="1" lang="en-US" altLang="ja-JP" dirty="0"/>
              <a:t> template</a:t>
            </a:r>
            <a:r>
              <a:rPr lang="en-US" altLang="ja-JP" dirty="0"/>
              <a:t> v1.0</a:t>
            </a:r>
            <a:br>
              <a:rPr lang="en-US" altLang="ja-JP" dirty="0"/>
            </a:b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F8F1B9-93F1-52B2-59A5-43110D7368A9}"/>
              </a:ext>
            </a:extLst>
          </p:cNvPr>
          <p:cNvSpPr txBox="1"/>
          <p:nvPr userDrawn="1"/>
        </p:nvSpPr>
        <p:spPr>
          <a:xfrm>
            <a:off x="3188129" y="134218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ja-JP" sz="2000" b="0" kern="0">
                <a:solidFill>
                  <a:srgbClr val="FFC000"/>
                </a:solidFill>
                <a:latin typeface="Rakuten Sans"/>
                <a:cs typeface="Rakuten Sans" panose="020B0503020203020204" pitchFamily="34" charset="0"/>
              </a:rPr>
              <a:t>#Rakathon2024</a:t>
            </a:r>
            <a:endParaRPr lang="ja-JP" altLang="en-US" sz="2000" b="0" kern="0">
              <a:solidFill>
                <a:srgbClr val="FFC000"/>
              </a:solidFill>
              <a:latin typeface="Rakuten Sans"/>
              <a:cs typeface="Rakuten Sans" panose="020B0503020203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AE7E023-21A7-296F-34D1-2D0E7733ABA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155" t="17221" b="-1"/>
          <a:stretch/>
        </p:blipFill>
        <p:spPr>
          <a:xfrm>
            <a:off x="-5627" y="9190"/>
            <a:ext cx="2969105" cy="305927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C4AFDEA7-8023-D8BE-7A80-D68FEBD74615}"/>
              </a:ext>
            </a:extLst>
          </p:cNvPr>
          <p:cNvGrpSpPr/>
          <p:nvPr userDrawn="1"/>
        </p:nvGrpSpPr>
        <p:grpSpPr>
          <a:xfrm>
            <a:off x="9048470" y="362133"/>
            <a:ext cx="2755102" cy="639500"/>
            <a:chOff x="2807999" y="2811110"/>
            <a:chExt cx="5836271" cy="1354684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A5B2ACCA-2C85-1842-0D68-DA4B36449E0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07999" y="2811110"/>
              <a:ext cx="5836271" cy="81132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381BF3E3-A909-62B5-A544-5452F5C9AD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807999" y="3802873"/>
              <a:ext cx="5655518" cy="362921"/>
            </a:xfrm>
            <a:prstGeom prst="rect">
              <a:avLst/>
            </a:prstGeom>
          </p:spPr>
        </p:pic>
      </p:grp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6D1BCC3-E726-37AC-E8D6-B40A5043A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05305" y="3769552"/>
            <a:ext cx="7913687" cy="566037"/>
          </a:xfrm>
        </p:spPr>
        <p:txBody>
          <a:bodyPr/>
          <a:lstStyle>
            <a:lvl1pPr>
              <a:defRPr>
                <a:solidFill>
                  <a:srgbClr val="00A1F1"/>
                </a:solidFill>
              </a:defRPr>
            </a:lvl1pPr>
          </a:lstStyle>
          <a:p>
            <a:pPr lvl="0"/>
            <a:r>
              <a:rPr lang="en-US"/>
              <a:t>Presenter / Speaker Name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7314BA6-BF1C-F04D-AFE1-2C28A06D0E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05163" y="4285117"/>
            <a:ext cx="7913687" cy="1319212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  <a:p>
            <a:pPr marL="0" marR="0" lvl="0" indent="0" algn="l" defTabSz="30847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Org / Company Name</a:t>
            </a:r>
          </a:p>
        </p:txBody>
      </p:sp>
      <p:pic>
        <p:nvPicPr>
          <p:cNvPr id="2" name="Picture 7">
            <a:extLst>
              <a:ext uri="{FF2B5EF4-FFF2-40B4-BE49-F238E27FC236}">
                <a16:creationId xmlns:a16="http://schemas.microsoft.com/office/drawing/2014/main" id="{7CA2D762-AD68-C839-2D58-DBFEAE35880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4963" y="6369660"/>
            <a:ext cx="360000" cy="360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8C66AC7-4260-49CA-EF81-E9740D94459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65872"/>
          <a:stretch/>
        </p:blipFill>
        <p:spPr>
          <a:xfrm>
            <a:off x="9539431" y="1342185"/>
            <a:ext cx="2652562" cy="4965192"/>
          </a:xfrm>
          <a:prstGeom prst="rect">
            <a:avLst/>
          </a:prstGeom>
        </p:spPr>
      </p:pic>
      <p:sp>
        <p:nvSpPr>
          <p:cNvPr id="8" name="Teardrop 7">
            <a:extLst>
              <a:ext uri="{FF2B5EF4-FFF2-40B4-BE49-F238E27FC236}">
                <a16:creationId xmlns:a16="http://schemas.microsoft.com/office/drawing/2014/main" id="{07465A9D-C3C4-32D5-D2B0-580EA3B2F812}"/>
              </a:ext>
            </a:extLst>
          </p:cNvPr>
          <p:cNvSpPr/>
          <p:nvPr userDrawn="1"/>
        </p:nvSpPr>
        <p:spPr>
          <a:xfrm>
            <a:off x="1246630" y="3769552"/>
            <a:ext cx="1716848" cy="1716848"/>
          </a:xfrm>
          <a:prstGeom prst="teardrop">
            <a:avLst/>
          </a:prstGeom>
          <a:solidFill>
            <a:schemeClr val="tx1"/>
          </a:solidFill>
          <a:ln>
            <a:noFill/>
          </a:ln>
          <a:effectLst>
            <a:glow rad="78179">
              <a:schemeClr val="accent3">
                <a:alpha val="28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b="0" i="0" dirty="0">
              <a:latin typeface="Rakuten Sans JP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474210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Card-Rkt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4783C396-C815-F1C8-2F21-4D76AAA020E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76" t="8831" r="4149" b="-1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7BE7D06E-85CA-A0F5-1F8B-C8CEDF5A9D6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6225" y="3563882"/>
            <a:ext cx="1884362" cy="1882775"/>
          </a:xfrm>
          <a:prstGeom prst="teardrop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6">
            <a:extLst>
              <a:ext uri="{FF2B5EF4-FFF2-40B4-BE49-F238E27FC236}">
                <a16:creationId xmlns:a16="http://schemas.microsoft.com/office/drawing/2014/main" id="{FB8E1F6C-6C74-C494-67AB-8F633BE10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5878" y="1642877"/>
            <a:ext cx="7989573" cy="187036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 b="0" i="0" baseline="0">
                <a:solidFill>
                  <a:srgbClr val="FFFFFF"/>
                </a:solidFill>
                <a:latin typeface="Rakuten Sans JP" panose="020B0400000000000000" pitchFamily="34" charset="-128"/>
                <a:ea typeface="+mj-ea"/>
                <a:cs typeface="メイリオ" panose="020B0604030504040204" pitchFamily="50" charset="-128"/>
              </a:defRPr>
            </a:lvl1pPr>
          </a:lstStyle>
          <a:p>
            <a:r>
              <a:rPr kumimoji="1" lang="en-US" altLang="ja-JP" dirty="0" err="1"/>
              <a:t>Rakathon</a:t>
            </a:r>
            <a:r>
              <a:rPr kumimoji="1" lang="en-US" altLang="ja-JP" dirty="0"/>
              <a:t> template</a:t>
            </a:r>
            <a:r>
              <a:rPr lang="en-US" altLang="ja-JP" dirty="0"/>
              <a:t> v1.0</a:t>
            </a:r>
            <a:br>
              <a:rPr lang="en-US" altLang="ja-JP" dirty="0"/>
            </a:b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4FD65A-AD46-B3E5-586C-2F67891BDD26}"/>
              </a:ext>
            </a:extLst>
          </p:cNvPr>
          <p:cNvSpPr txBox="1"/>
          <p:nvPr userDrawn="1"/>
        </p:nvSpPr>
        <p:spPr>
          <a:xfrm>
            <a:off x="3188129" y="134218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ja-JP" sz="2000" b="0" kern="0">
                <a:solidFill>
                  <a:srgbClr val="FFC000"/>
                </a:solidFill>
                <a:latin typeface="Rakuten Sans"/>
                <a:cs typeface="Rakuten Sans" panose="020B0503020203020204" pitchFamily="34" charset="0"/>
              </a:rPr>
              <a:t>#Rakathon2024</a:t>
            </a:r>
            <a:endParaRPr lang="ja-JP" altLang="en-US" sz="2000" b="0" kern="0">
              <a:solidFill>
                <a:srgbClr val="FFC000"/>
              </a:solidFill>
              <a:latin typeface="Rakuten Sans"/>
              <a:cs typeface="Rakuten Sans" panose="020B0503020203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C49FB55-540A-9B6A-702A-E3F6B6523D20}"/>
              </a:ext>
            </a:extLst>
          </p:cNvPr>
          <p:cNvGrpSpPr/>
          <p:nvPr userDrawn="1"/>
        </p:nvGrpSpPr>
        <p:grpSpPr>
          <a:xfrm>
            <a:off x="9048470" y="362133"/>
            <a:ext cx="2755102" cy="639500"/>
            <a:chOff x="2807999" y="2811110"/>
            <a:chExt cx="5836271" cy="1354684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12AF9789-17A5-F313-7893-F9EEDCCFA7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07999" y="2811110"/>
              <a:ext cx="5836271" cy="811320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899CEB51-2210-2489-29C6-AD847BA9093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07999" y="3802873"/>
              <a:ext cx="5655518" cy="362921"/>
            </a:xfrm>
            <a:prstGeom prst="rect">
              <a:avLst/>
            </a:prstGeom>
          </p:spPr>
        </p:pic>
      </p:grp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6801AB91-85E1-7101-89AF-FF98AD1D35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05305" y="3769552"/>
            <a:ext cx="7913687" cy="566037"/>
          </a:xfrm>
        </p:spPr>
        <p:txBody>
          <a:bodyPr/>
          <a:lstStyle>
            <a:lvl1pPr>
              <a:defRPr>
                <a:solidFill>
                  <a:srgbClr val="B94C20"/>
                </a:solidFill>
              </a:defRPr>
            </a:lvl1pPr>
          </a:lstStyle>
          <a:p>
            <a:pPr lvl="0"/>
            <a:r>
              <a:rPr lang="en-US"/>
              <a:t>Presenter / Speaker Name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AC06339F-0D8F-8476-9CE7-9B9EF75C8F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05163" y="4285117"/>
            <a:ext cx="7913687" cy="1319212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  <a:p>
            <a:pPr marL="0" marR="0" lvl="0" indent="0" algn="l" defTabSz="30847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Org / Company Name</a:t>
            </a:r>
          </a:p>
        </p:txBody>
      </p:sp>
    </p:spTree>
    <p:extLst>
      <p:ext uri="{BB962C8B-B14F-4D97-AF65-F5344CB8AC3E}">
        <p14:creationId xmlns:p14="http://schemas.microsoft.com/office/powerpoint/2010/main" val="204540659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g_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ボックス 11"/>
          <p:cNvSpPr txBox="1"/>
          <p:nvPr userDrawn="1"/>
        </p:nvSpPr>
        <p:spPr>
          <a:xfrm>
            <a:off x="11104119" y="6377806"/>
            <a:ext cx="764398" cy="2808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7624" tIns="47624" rIns="47624" bIns="47624" numCol="1" spcCol="38100" rtlCol="0" anchor="ctr">
            <a:spAutoFit/>
          </a:bodyPr>
          <a:lstStyle/>
          <a:p>
            <a:pPr marL="0" marR="0" indent="0" algn="r" defTabSz="54839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86CB4B4D-7CA3-9044-876B-883B54F8677D}" type="slidenum">
              <a:rPr lang="en-US" altLang="ja-JP" sz="1200" b="0" i="0" smtClean="0">
                <a:solidFill>
                  <a:schemeClr val="tx1"/>
                </a:solidFill>
                <a:latin typeface="Rakuten Sans JP" panose="020B0400000000000000" pitchFamily="34" charset="-128"/>
              </a:rPr>
              <a:pPr marL="0" marR="0" indent="0" algn="r" defTabSz="54839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ja-JP" altLang="en-US" sz="12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Rakuten Sans JP" panose="020B0400000000000000" pitchFamily="34" charset="-128"/>
              <a:ea typeface="メイリオ" panose="020B0604030504040204" pitchFamily="50" charset="-128"/>
              <a:cs typeface="メイリオ" panose="020B0604030504040204" pitchFamily="50" charset="-128"/>
              <a:sym typeface="ヒラギノ角ゴ ProN W3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F82B00-2742-9246-93A9-69359E0EAF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6369660"/>
            <a:ext cx="360000" cy="360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3840E73-A6C5-2E11-9B6F-853BEF79E87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814" t="18127"/>
          <a:stretch/>
        </p:blipFill>
        <p:spPr>
          <a:xfrm>
            <a:off x="-1" y="0"/>
            <a:ext cx="12108181" cy="6190089"/>
          </a:xfrm>
          <a:prstGeom prst="rect">
            <a:avLst/>
          </a:prstGeom>
        </p:spPr>
      </p:pic>
      <p:sp>
        <p:nvSpPr>
          <p:cNvPr id="45" name="Shape 45"/>
          <p:cNvSpPr>
            <a:spLocks noGrp="1"/>
          </p:cNvSpPr>
          <p:nvPr>
            <p:ph type="title" hasCustomPrompt="1"/>
          </p:nvPr>
        </p:nvSpPr>
        <p:spPr>
          <a:xfrm>
            <a:off x="334962" y="395333"/>
            <a:ext cx="11522075" cy="539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i="0">
                <a:solidFill>
                  <a:srgbClr val="FFFFFF"/>
                </a:solidFill>
                <a:latin typeface="Rakuten Sans" panose="020B0503020203020204" pitchFamily="34" charset="0"/>
                <a:ea typeface="+mj-ea"/>
                <a:cs typeface="Rakuten Sans" panose="020B0503020203020204" pitchFamily="34" charset="0"/>
              </a:defRPr>
            </a:lvl1pPr>
          </a:lstStyle>
          <a:p>
            <a:r>
              <a:rPr lang="en-US" altLang="ja-JP"/>
              <a:t>Click to add title</a:t>
            </a:r>
            <a:endParaRPr/>
          </a:p>
        </p:txBody>
      </p:sp>
      <p:sp>
        <p:nvSpPr>
          <p:cNvPr id="6" name="コンテンツ プレースホルダー 2"/>
          <p:cNvSpPr>
            <a:spLocks noGrp="1"/>
          </p:cNvSpPr>
          <p:nvPr>
            <p:ph sz="quarter" idx="10" hasCustomPrompt="1"/>
          </p:nvPr>
        </p:nvSpPr>
        <p:spPr>
          <a:xfrm>
            <a:off x="334963" y="1028859"/>
            <a:ext cx="11533553" cy="51612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800"/>
              </a:spcAft>
              <a:defRPr sz="2400" b="0" i="0" baseline="0">
                <a:solidFill>
                  <a:schemeClr val="tx1"/>
                </a:solidFill>
                <a:latin typeface="Rakuten Sans" panose="020B0503020203020204" pitchFamily="34" charset="0"/>
                <a:ea typeface="+mn-ea"/>
                <a:cs typeface="Rakuten Sans" panose="020B0503020203020204" pitchFamily="34" charset="0"/>
              </a:defRPr>
            </a:lvl1pPr>
            <a:lvl2pPr marL="360018" indent="-240012">
              <a:lnSpc>
                <a:spcPct val="100000"/>
              </a:lnSpc>
              <a:spcAft>
                <a:spcPts val="800"/>
              </a:spcAft>
              <a:defRPr sz="1600" baseline="0">
                <a:solidFill>
                  <a:schemeClr val="bg1"/>
                </a:solidFill>
                <a:latin typeface="+mn-ea"/>
                <a:ea typeface="+mn-ea"/>
              </a:defRPr>
            </a:lvl2pPr>
            <a:lvl3pPr marL="720036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3pPr>
            <a:lvl4pPr marL="1080054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4pPr>
            <a:lvl5pPr marL="1440072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5pPr>
            <a:lvl6pPr marL="1800090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6pPr>
            <a:lvl7pPr marL="2160108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7pPr>
            <a:lvl8pPr marL="2520126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8pPr>
            <a:lvl9pPr marL="2880144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9pPr>
          </a:lstStyle>
          <a:p>
            <a:pPr lvl="0"/>
            <a:r>
              <a:rPr kumimoji="1" lang="en-US" altLang="ja-JP" dirty="0"/>
              <a:t>Click to add object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2672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back-cover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60537A8-E727-13E0-C590-9332E46F03B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5287" t="26243"/>
          <a:stretch/>
        </p:blipFill>
        <p:spPr>
          <a:xfrm>
            <a:off x="0" y="-95694"/>
            <a:ext cx="12106417" cy="6730409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F90AA9F3-25D2-9D4A-8350-BF8D3E2B06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36443" y="2997093"/>
            <a:ext cx="2412141" cy="88445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4F562F9-DDFA-AEB1-BC8D-BC92258CEB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457" y="3232150"/>
            <a:ext cx="2832100" cy="3937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C34F61-DE84-1BBA-40D0-7365846FEB6B}"/>
              </a:ext>
            </a:extLst>
          </p:cNvPr>
          <p:cNvCxnSpPr/>
          <p:nvPr userDrawn="1"/>
        </p:nvCxnSpPr>
        <p:spPr>
          <a:xfrm>
            <a:off x="5743073" y="3191493"/>
            <a:ext cx="0" cy="4750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61FD63BB-3CB0-0450-0C2F-73D12707C06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6739" t="13643"/>
          <a:stretch/>
        </p:blipFill>
        <p:spPr>
          <a:xfrm>
            <a:off x="5842" y="1843572"/>
            <a:ext cx="2651268" cy="31914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9082AF-7E67-C283-F641-873F6C19F68B}"/>
              </a:ext>
            </a:extLst>
          </p:cNvPr>
          <p:cNvSpPr txBox="1"/>
          <p:nvPr userDrawn="1"/>
        </p:nvSpPr>
        <p:spPr>
          <a:xfrm>
            <a:off x="5597912" y="-14162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b="0" i="0" dirty="0">
              <a:latin typeface="Rakuten Sans JP" panose="020B0400000000000000" pitchFamily="34" charset="-128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EBCFF0A-512B-91A8-EB38-F71024AA9DB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28874" r="37826"/>
          <a:stretch/>
        </p:blipFill>
        <p:spPr>
          <a:xfrm>
            <a:off x="9128354" y="0"/>
            <a:ext cx="3063640" cy="310735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40EE78C-4009-5666-B7AA-1AFF5894163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65872"/>
          <a:stretch/>
        </p:blipFill>
        <p:spPr>
          <a:xfrm>
            <a:off x="9539431" y="514497"/>
            <a:ext cx="2652562" cy="496519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48F0BEA-0AE7-FD84-7C97-43FED22873D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r="56299" b="47885"/>
          <a:stretch/>
        </p:blipFill>
        <p:spPr>
          <a:xfrm>
            <a:off x="9455557" y="3714159"/>
            <a:ext cx="2730601" cy="314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39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4_back-cover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60537A8-E727-13E0-C590-9332E46F03B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5287" t="26243"/>
          <a:stretch/>
        </p:blipFill>
        <p:spPr>
          <a:xfrm>
            <a:off x="0" y="-95694"/>
            <a:ext cx="12106417" cy="6730409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F90AA9F3-25D2-9D4A-8350-BF8D3E2B06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36443" y="2997093"/>
            <a:ext cx="2412141" cy="88445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4F562F9-DDFA-AEB1-BC8D-BC92258CEB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457" y="3232150"/>
            <a:ext cx="2832100" cy="3937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C34F61-DE84-1BBA-40D0-7365846FEB6B}"/>
              </a:ext>
            </a:extLst>
          </p:cNvPr>
          <p:cNvCxnSpPr/>
          <p:nvPr userDrawn="1"/>
        </p:nvCxnSpPr>
        <p:spPr>
          <a:xfrm>
            <a:off x="5743073" y="3191493"/>
            <a:ext cx="0" cy="4750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19082AF-7E67-C283-F641-873F6C19F68B}"/>
              </a:ext>
            </a:extLst>
          </p:cNvPr>
          <p:cNvSpPr txBox="1"/>
          <p:nvPr userDrawn="1"/>
        </p:nvSpPr>
        <p:spPr>
          <a:xfrm>
            <a:off x="5597912" y="-14162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b="0" i="0" dirty="0">
              <a:latin typeface="Rakuten Sans JP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24713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back-cover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60537A8-E727-13E0-C590-9332E46F03B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5287" t="26243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FD63BB-3CB0-0450-0C2F-73D12707C06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155" t="17221" b="-1"/>
          <a:stretch/>
        </p:blipFill>
        <p:spPr>
          <a:xfrm>
            <a:off x="-1" y="0"/>
            <a:ext cx="2969105" cy="30592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9082AF-7E67-C283-F641-873F6C19F68B}"/>
              </a:ext>
            </a:extLst>
          </p:cNvPr>
          <p:cNvSpPr txBox="1"/>
          <p:nvPr userDrawn="1"/>
        </p:nvSpPr>
        <p:spPr>
          <a:xfrm>
            <a:off x="5597912" y="-14162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b="0" i="0" dirty="0">
              <a:latin typeface="Rakuten Sans JP" panose="020B0400000000000000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B02CF4-F14B-2FEE-E0C4-9611B44C937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942058" y="4966858"/>
            <a:ext cx="1728886" cy="6339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73839C4-E0BF-C75E-F8C9-E234E896A6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02750" y="5142731"/>
            <a:ext cx="2029889" cy="28218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A98104-F692-0737-09F0-976E38123F8D}"/>
              </a:ext>
            </a:extLst>
          </p:cNvPr>
          <p:cNvCxnSpPr>
            <a:cxnSpLocks/>
          </p:cNvCxnSpPr>
          <p:nvPr userDrawn="1"/>
        </p:nvCxnSpPr>
        <p:spPr>
          <a:xfrm flipH="1">
            <a:off x="5624841" y="5165068"/>
            <a:ext cx="1" cy="2375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DB107E68-F85B-995B-33FE-FAE05A3DE4D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" t="42827" r="46224"/>
          <a:stretch/>
        </p:blipFill>
        <p:spPr>
          <a:xfrm rot="5400000">
            <a:off x="9618206" y="4284205"/>
            <a:ext cx="2649812" cy="249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495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2_back-cover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60537A8-E727-13E0-C590-9332E46F03B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5287" t="26243"/>
          <a:stretch/>
        </p:blipFill>
        <p:spPr>
          <a:xfrm>
            <a:off x="0" y="-95694"/>
            <a:ext cx="12106417" cy="67304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9082AF-7E67-C283-F641-873F6C19F68B}"/>
              </a:ext>
            </a:extLst>
          </p:cNvPr>
          <p:cNvSpPr txBox="1"/>
          <p:nvPr userDrawn="1"/>
        </p:nvSpPr>
        <p:spPr>
          <a:xfrm>
            <a:off x="5597912" y="-14162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b="0" i="0" dirty="0">
              <a:latin typeface="Rakuten Sans JP" panose="020B0400000000000000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B02CF4-F14B-2FEE-E0C4-9611B44C93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2169" y="6123522"/>
            <a:ext cx="1728886" cy="6339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73839C4-E0BF-C75E-F8C9-E234E896A6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36219" y="6299395"/>
            <a:ext cx="2029889" cy="28218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A98104-F692-0737-09F0-976E38123F8D}"/>
              </a:ext>
            </a:extLst>
          </p:cNvPr>
          <p:cNvCxnSpPr>
            <a:cxnSpLocks/>
          </p:cNvCxnSpPr>
          <p:nvPr userDrawn="1"/>
        </p:nvCxnSpPr>
        <p:spPr>
          <a:xfrm flipH="1">
            <a:off x="2172776" y="6321732"/>
            <a:ext cx="1" cy="2375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23522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3_back-cover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60537A8-E727-13E0-C590-9332E46F03B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5287" t="26243"/>
          <a:stretch/>
        </p:blipFill>
        <p:spPr>
          <a:xfrm>
            <a:off x="0" y="-95694"/>
            <a:ext cx="12106417" cy="673040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FD63BB-3CB0-0450-0C2F-73D12707C06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155" t="17221" b="-1"/>
          <a:stretch/>
        </p:blipFill>
        <p:spPr>
          <a:xfrm>
            <a:off x="-1" y="0"/>
            <a:ext cx="2969105" cy="30592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9082AF-7E67-C283-F641-873F6C19F68B}"/>
              </a:ext>
            </a:extLst>
          </p:cNvPr>
          <p:cNvSpPr txBox="1"/>
          <p:nvPr userDrawn="1"/>
        </p:nvSpPr>
        <p:spPr>
          <a:xfrm>
            <a:off x="5597912" y="-14162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b="0" i="0" dirty="0">
              <a:latin typeface="Rakuten Sans JP" panose="020B0400000000000000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B02CF4-F14B-2FEE-E0C4-9611B44C937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78700" y="4966858"/>
            <a:ext cx="1728886" cy="6339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73839C4-E0BF-C75E-F8C9-E234E896A6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02750" y="5142731"/>
            <a:ext cx="2029889" cy="28218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A98104-F692-0737-09F0-976E38123F8D}"/>
              </a:ext>
            </a:extLst>
          </p:cNvPr>
          <p:cNvCxnSpPr>
            <a:cxnSpLocks/>
          </p:cNvCxnSpPr>
          <p:nvPr userDrawn="1"/>
        </p:nvCxnSpPr>
        <p:spPr>
          <a:xfrm flipH="1">
            <a:off x="2739307" y="5165068"/>
            <a:ext cx="1" cy="2375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942DEE0F-8621-9712-EFAC-64E9F451367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56299" b="62867"/>
          <a:stretch/>
        </p:blipFill>
        <p:spPr>
          <a:xfrm>
            <a:off x="9455557" y="4617927"/>
            <a:ext cx="2730601" cy="224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041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A3F9285-E675-E7D7-F0F5-6433204169D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5287" t="26243"/>
          <a:stretch/>
        </p:blipFill>
        <p:spPr>
          <a:xfrm>
            <a:off x="0" y="-95694"/>
            <a:ext cx="12106417" cy="673040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A42EF98-3B58-B780-0FF6-73F42A185969}"/>
              </a:ext>
            </a:extLst>
          </p:cNvPr>
          <p:cNvGrpSpPr/>
          <p:nvPr userDrawn="1"/>
        </p:nvGrpSpPr>
        <p:grpSpPr>
          <a:xfrm>
            <a:off x="3177865" y="2494759"/>
            <a:ext cx="5836271" cy="1354684"/>
            <a:chOff x="2807999" y="2811110"/>
            <a:chExt cx="5836271" cy="1354684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47650768-F484-FAA0-44C3-A0BFD72814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07999" y="2811110"/>
              <a:ext cx="5836271" cy="811320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E0E56A68-7CAB-1DDD-E2C5-2721637C73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07999" y="3802873"/>
              <a:ext cx="5655518" cy="362921"/>
            </a:xfrm>
            <a:prstGeom prst="rect">
              <a:avLst/>
            </a:prstGeom>
          </p:spPr>
        </p:pic>
      </p:grpSp>
      <p:pic>
        <p:nvPicPr>
          <p:cNvPr id="8" name="Graphic 7">
            <a:extLst>
              <a:ext uri="{FF2B5EF4-FFF2-40B4-BE49-F238E27FC236}">
                <a16:creationId xmlns:a16="http://schemas.microsoft.com/office/drawing/2014/main" id="{FC2E8F38-6A9D-EAB9-A56D-6EC7704CFA0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9029" b="70576"/>
          <a:stretch/>
        </p:blipFill>
        <p:spPr>
          <a:xfrm>
            <a:off x="9007129" y="5082975"/>
            <a:ext cx="3184871" cy="17750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C7EFE89-274F-A0F7-6AF5-2761E1D8AB1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3750" t="13643"/>
          <a:stretch/>
        </p:blipFill>
        <p:spPr>
          <a:xfrm>
            <a:off x="-1" y="-1"/>
            <a:ext cx="3195647" cy="319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448546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A3F9285-E675-E7D7-F0F5-6433204169D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5287" t="26243"/>
          <a:stretch/>
        </p:blipFill>
        <p:spPr>
          <a:xfrm>
            <a:off x="0" y="-95694"/>
            <a:ext cx="12106417" cy="673040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47650768-F484-FAA0-44C3-A0BFD72814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7865" y="3023340"/>
            <a:ext cx="5836271" cy="81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741126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title" hasCustomPrompt="1"/>
          </p:nvPr>
        </p:nvSpPr>
        <p:spPr>
          <a:xfrm>
            <a:off x="334964" y="324000"/>
            <a:ext cx="11520000" cy="5396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en-US" altLang="ja-JP"/>
              <a:t>Click to add title</a:t>
            </a:r>
            <a:endParaRPr/>
          </a:p>
        </p:txBody>
      </p:sp>
      <p:sp>
        <p:nvSpPr>
          <p:cNvPr id="11" name="テキスト ボックス 10"/>
          <p:cNvSpPr txBox="1"/>
          <p:nvPr userDrawn="1"/>
        </p:nvSpPr>
        <p:spPr>
          <a:xfrm>
            <a:off x="11104119" y="6444433"/>
            <a:ext cx="764398" cy="2346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7624" tIns="47624" rIns="47624" bIns="47624" numCol="1" spcCol="38100" rtlCol="0" anchor="ctr">
            <a:spAutoFit/>
          </a:bodyPr>
          <a:lstStyle/>
          <a:p>
            <a:pPr marL="0" marR="0" indent="0" algn="r" defTabSz="54839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86CB4B4D-7CA3-9044-876B-883B54F8677D}" type="slidenum">
              <a:rPr lang="en-US" altLang="ja-JP" sz="900" b="1" smtClean="0">
                <a:latin typeface="Rakuten Sans JP" panose="020B0400000000000000" pitchFamily="34" charset="-128"/>
                <a:ea typeface="Rakuten Sans JP" panose="020B0400000000000000" pitchFamily="34" charset="-128"/>
                <a:cs typeface="Rakuten Sans" panose="020B0503020203020204" pitchFamily="34" charset="0"/>
              </a:rPr>
              <a:pPr marL="0" marR="0" indent="0" algn="r" defTabSz="54839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ja-JP" altLang="en-US" sz="9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Rakuten Sans JP" panose="020B0400000000000000" pitchFamily="34" charset="-128"/>
              <a:ea typeface="Rakuten Sans JP" panose="020B0400000000000000" pitchFamily="34" charset="-128"/>
              <a:cs typeface="Rakuten Sans" panose="020B0503020203020204" pitchFamily="34" charset="0"/>
              <a:sym typeface="ヒラギノ角ゴ ProN W3"/>
            </a:endParaRPr>
          </a:p>
        </p:txBody>
      </p:sp>
      <p:sp>
        <p:nvSpPr>
          <p:cNvPr id="9" name="コンテンツ プレースホルダー 2"/>
          <p:cNvSpPr>
            <a:spLocks noGrp="1"/>
          </p:cNvSpPr>
          <p:nvPr userDrawn="1">
            <p:ph sz="quarter" idx="10" hasCustomPrompt="1"/>
          </p:nvPr>
        </p:nvSpPr>
        <p:spPr>
          <a:xfrm>
            <a:off x="334965" y="1028859"/>
            <a:ext cx="11520000" cy="51612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800"/>
              </a:spcAft>
              <a:defRPr sz="1650" b="0" i="0" baseline="0">
                <a:latin typeface="Rakuten Sans JP" panose="020B0400000000000000" pitchFamily="34" charset="-128"/>
                <a:ea typeface="Rakuten Sans JP" panose="020B0400000000000000" pitchFamily="34" charset="-128"/>
                <a:cs typeface="Rakuten Sans" panose="020B0503020203020204" pitchFamily="34" charset="0"/>
              </a:defRPr>
            </a:lvl1pPr>
            <a:lvl2pPr marL="360018" indent="-240012">
              <a:lnSpc>
                <a:spcPct val="100000"/>
              </a:lnSpc>
              <a:spcAft>
                <a:spcPts val="800"/>
              </a:spcAft>
              <a:defRPr sz="1600" baseline="0">
                <a:latin typeface="+mn-ea"/>
                <a:ea typeface="+mn-ea"/>
              </a:defRPr>
            </a:lvl2pPr>
            <a:lvl3pPr marL="72003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3pPr>
            <a:lvl4pPr marL="108005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4pPr>
            <a:lvl5pPr marL="1440072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5pPr>
            <a:lvl6pPr marL="1800090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6pPr>
            <a:lvl7pPr marL="2160108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7pPr>
            <a:lvl8pPr marL="252012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8pPr>
            <a:lvl9pPr marL="288014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9pPr>
          </a:lstStyle>
          <a:p>
            <a:pPr lvl="0"/>
            <a:r>
              <a:rPr kumimoji="1" lang="en-US" altLang="ja-JP"/>
              <a:t>Click to add object</a:t>
            </a:r>
            <a:endParaRPr kumimoji="1" lang="ja-JP" altLang="en-US"/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43714FD7-6AD5-1B4C-95BA-BB0FB7D2AE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6369660"/>
            <a:ext cx="360000" cy="360000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895E5067-948E-3C32-7C4D-B572A52B4C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007" y="6501398"/>
            <a:ext cx="10414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5793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g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ja-JP"/>
              <a:t>Click to add title</a:t>
            </a:r>
            <a:endParaRPr/>
          </a:p>
        </p:txBody>
      </p:sp>
      <p:sp>
        <p:nvSpPr>
          <p:cNvPr id="11" name="テキスト ボックス 10"/>
          <p:cNvSpPr txBox="1"/>
          <p:nvPr userDrawn="1"/>
        </p:nvSpPr>
        <p:spPr>
          <a:xfrm>
            <a:off x="11104119" y="6377806"/>
            <a:ext cx="764398" cy="2808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7624" tIns="47624" rIns="47624" bIns="47624" numCol="1" spcCol="38100" rtlCol="0" anchor="ctr">
            <a:spAutoFit/>
          </a:bodyPr>
          <a:lstStyle/>
          <a:p>
            <a:pPr marL="0" marR="0" indent="0" algn="r" defTabSz="54839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86CB4B4D-7CA3-9044-876B-883B54F8677D}" type="slidenum">
              <a:rPr lang="en-US" altLang="ja-JP" sz="1200" b="0" i="0" smtClean="0">
                <a:latin typeface="Rakuten Sans JP" panose="020B0400000000000000" pitchFamily="34" charset="-128"/>
              </a:rPr>
              <a:pPr marL="0" marR="0" indent="0" algn="r" defTabSz="54839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ja-JP" alt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Rakuten Sans JP" panose="020B0400000000000000" pitchFamily="34" charset="-128"/>
              <a:ea typeface="メイリオ" panose="020B0604030504040204" pitchFamily="50" charset="-128"/>
              <a:cs typeface="メイリオ" panose="020B0604030504040204" pitchFamily="50" charset="-128"/>
              <a:sym typeface="ヒラギノ角ゴ ProN W3"/>
            </a:endParaRPr>
          </a:p>
        </p:txBody>
      </p:sp>
      <p:sp>
        <p:nvSpPr>
          <p:cNvPr id="9" name="コンテンツ プレースホルダー 2"/>
          <p:cNvSpPr>
            <a:spLocks noGrp="1"/>
          </p:cNvSpPr>
          <p:nvPr userDrawn="1">
            <p:ph sz="quarter" idx="10" hasCustomPrompt="1"/>
          </p:nvPr>
        </p:nvSpPr>
        <p:spPr>
          <a:xfrm>
            <a:off x="334965" y="1028859"/>
            <a:ext cx="11522073" cy="51612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800"/>
              </a:spcAft>
              <a:defRPr sz="1867" b="0" i="0" baseline="0">
                <a:latin typeface="Rakuten Sans JP" panose="020B0400000000000000" pitchFamily="34" charset="-128"/>
                <a:ea typeface="+mn-ea"/>
              </a:defRPr>
            </a:lvl1pPr>
            <a:lvl2pPr marL="360018" indent="-240012">
              <a:lnSpc>
                <a:spcPct val="100000"/>
              </a:lnSpc>
              <a:spcAft>
                <a:spcPts val="800"/>
              </a:spcAft>
              <a:defRPr sz="1600" baseline="0">
                <a:latin typeface="+mn-ea"/>
                <a:ea typeface="+mn-ea"/>
              </a:defRPr>
            </a:lvl2pPr>
            <a:lvl3pPr marL="72003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3pPr>
            <a:lvl4pPr marL="108005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4pPr>
            <a:lvl5pPr marL="1440072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5pPr>
            <a:lvl6pPr marL="1800090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6pPr>
            <a:lvl7pPr marL="2160108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7pPr>
            <a:lvl8pPr marL="252012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8pPr>
            <a:lvl9pPr marL="288014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9pPr>
          </a:lstStyle>
          <a:p>
            <a:pPr lvl="0"/>
            <a:r>
              <a:rPr kumimoji="1" lang="en-US" altLang="ja-JP" dirty="0"/>
              <a:t>Click to add object</a:t>
            </a:r>
            <a:endParaRPr kumimoji="1" lang="ja-JP" altLang="en-US"/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43714FD7-6AD5-1B4C-95BA-BB0FB7D2AE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636966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29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 userDrawn="1"/>
        </p:nvSpPr>
        <p:spPr>
          <a:xfrm>
            <a:off x="0" y="-1"/>
            <a:ext cx="12192000" cy="565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i="0">
              <a:latin typeface="Rakuten Sans" panose="020B0503020203020204" pitchFamily="34" charset="0"/>
              <a:cs typeface="Rakuten Sans" panose="020B0503020203020204" pitchFamily="34" charset="0"/>
            </a:endParaRPr>
          </a:p>
        </p:txBody>
      </p:sp>
      <p:pic>
        <p:nvPicPr>
          <p:cNvPr id="15" name="Picture 5">
            <a:extLst>
              <a:ext uri="{FF2B5EF4-FFF2-40B4-BE49-F238E27FC236}">
                <a16:creationId xmlns:a16="http://schemas.microsoft.com/office/drawing/2014/main" id="{97C0AEEE-698E-F348-89FD-E33AED85BF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5838625"/>
            <a:ext cx="2356362" cy="864000"/>
          </a:xfrm>
          <a:prstGeom prst="rect">
            <a:avLst/>
          </a:prstGeom>
        </p:spPr>
      </p:pic>
      <p:sp>
        <p:nvSpPr>
          <p:cNvPr id="7" name="Shape 16"/>
          <p:cNvSpPr>
            <a:spLocks noGrp="1"/>
          </p:cNvSpPr>
          <p:nvPr>
            <p:ph type="title" hasCustomPrompt="1"/>
          </p:nvPr>
        </p:nvSpPr>
        <p:spPr>
          <a:xfrm>
            <a:off x="1079999" y="1365250"/>
            <a:ext cx="10052457" cy="144564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900" b="1" i="0" baseline="0">
                <a:solidFill>
                  <a:srgbClr val="FFFFFF"/>
                </a:solidFill>
                <a:latin typeface="Rakuten Sans JP" panose="020B0400000000000000" pitchFamily="34" charset="-128"/>
                <a:ea typeface="Rakuten Sans JP" panose="020B0400000000000000" pitchFamily="34" charset="-128"/>
                <a:cs typeface="Rakuten Sans" panose="020B0503020203020204" pitchFamily="34" charset="0"/>
              </a:defRPr>
            </a:lvl1pPr>
          </a:lstStyle>
          <a:p>
            <a:r>
              <a:rPr kumimoji="1" lang="en-US" altLang="ja-JP" dirty="0"/>
              <a:t>R-Style template</a:t>
            </a:r>
            <a:r>
              <a:rPr lang="en-US" altLang="ja-JP" dirty="0"/>
              <a:t> v4</a:t>
            </a:r>
            <a:endParaRPr dirty="0"/>
          </a:p>
        </p:txBody>
      </p:sp>
      <p:sp>
        <p:nvSpPr>
          <p:cNvPr id="8" name="コンテンツ プレースホルダー 4"/>
          <p:cNvSpPr>
            <a:spLocks noGrp="1"/>
          </p:cNvSpPr>
          <p:nvPr>
            <p:ph sz="quarter" idx="12" hasCustomPrompt="1"/>
          </p:nvPr>
        </p:nvSpPr>
        <p:spPr>
          <a:xfrm>
            <a:off x="1080000" y="3107530"/>
            <a:ext cx="4170488" cy="1592068"/>
          </a:xfrm>
          <a:prstGeom prst="rect">
            <a:avLst/>
          </a:prstGeom>
        </p:spPr>
        <p:txBody>
          <a:bodyPr/>
          <a:lstStyle>
            <a:lvl1pPr marL="0" marR="0" indent="0" algn="l" defTabSz="30847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2200" b="1" i="0" baseline="0">
                <a:solidFill>
                  <a:schemeClr val="bg1"/>
                </a:solidFill>
                <a:latin typeface="Rakuten Sans JP" panose="020B0400000000000000" pitchFamily="34" charset="-128"/>
                <a:ea typeface="Rakuten Sans JP" panose="020B0400000000000000" pitchFamily="34" charset="-128"/>
                <a:cs typeface="Rakuten Sans" panose="020B0503020203020204" pitchFamily="34" charset="0"/>
              </a:defRPr>
            </a:lvl1pPr>
          </a:lstStyle>
          <a:p>
            <a:pPr lvl="0"/>
            <a:r>
              <a:rPr lang="en-US" altLang="ja-JP" dirty="0"/>
              <a:t>Jan 1st, 2024</a:t>
            </a:r>
            <a:br>
              <a:rPr lang="en-US" altLang="ja-JP" dirty="0"/>
            </a:br>
            <a:r>
              <a:rPr lang="en-US" altLang="ja-JP" dirty="0"/>
              <a:t>Rakuten Taro</a:t>
            </a:r>
            <a:br>
              <a:rPr lang="en-US" altLang="ja-JP" dirty="0"/>
            </a:br>
            <a:r>
              <a:rPr lang="en-US" altLang="ja-JP" dirty="0" err="1"/>
              <a:t>xxxxx</a:t>
            </a:r>
            <a:r>
              <a:rPr lang="en-US" altLang="ja-JP" dirty="0"/>
              <a:t>. Dept.</a:t>
            </a:r>
            <a:br>
              <a:rPr lang="en-US" altLang="ja-JP" dirty="0"/>
            </a:br>
            <a:r>
              <a:rPr lang="en-US" altLang="ja-JP" dirty="0"/>
              <a:t>Rakuten Group, Inc.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0709149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title" hasCustomPrompt="1"/>
          </p:nvPr>
        </p:nvSpPr>
        <p:spPr>
          <a:xfrm>
            <a:off x="334964" y="324000"/>
            <a:ext cx="11520000" cy="5396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en-US" altLang="ja-JP" dirty="0"/>
              <a:t>Click to add title</a:t>
            </a:r>
            <a:endParaRPr dirty="0"/>
          </a:p>
        </p:txBody>
      </p:sp>
      <p:sp>
        <p:nvSpPr>
          <p:cNvPr id="11" name="テキスト ボックス 10"/>
          <p:cNvSpPr txBox="1"/>
          <p:nvPr userDrawn="1"/>
        </p:nvSpPr>
        <p:spPr>
          <a:xfrm>
            <a:off x="11104119" y="6444433"/>
            <a:ext cx="764398" cy="2346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7624" tIns="47624" rIns="47624" bIns="47624" numCol="1" spcCol="38100" rtlCol="0" anchor="ctr">
            <a:spAutoFit/>
          </a:bodyPr>
          <a:lstStyle/>
          <a:p>
            <a:pPr marL="0" marR="0" indent="0" algn="r" defTabSz="54839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86CB4B4D-7CA3-9044-876B-883B54F8677D}" type="slidenum">
              <a:rPr lang="en-US" altLang="ja-JP" sz="900" b="1" smtClean="0">
                <a:latin typeface="Rakuten Sans JP" panose="020B0400000000000000" pitchFamily="34" charset="-128"/>
                <a:ea typeface="Rakuten Sans JP" panose="020B0400000000000000" pitchFamily="34" charset="-128"/>
                <a:cs typeface="Rakuten Sans" panose="020B0503020203020204" pitchFamily="34" charset="0"/>
              </a:rPr>
              <a:pPr marL="0" marR="0" indent="0" algn="r" defTabSz="54839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ja-JP" altLang="en-US" sz="9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Rakuten Sans JP" panose="020B0400000000000000" pitchFamily="34" charset="-128"/>
              <a:ea typeface="Rakuten Sans JP" panose="020B0400000000000000" pitchFamily="34" charset="-128"/>
              <a:cs typeface="Rakuten Sans" panose="020B0503020203020204" pitchFamily="34" charset="0"/>
              <a:sym typeface="ヒラギノ角ゴ ProN W3"/>
            </a:endParaRPr>
          </a:p>
        </p:txBody>
      </p:sp>
      <p:sp>
        <p:nvSpPr>
          <p:cNvPr id="9" name="コンテンツ プレースホルダー 2"/>
          <p:cNvSpPr>
            <a:spLocks noGrp="1"/>
          </p:cNvSpPr>
          <p:nvPr userDrawn="1">
            <p:ph sz="quarter" idx="10" hasCustomPrompt="1"/>
          </p:nvPr>
        </p:nvSpPr>
        <p:spPr>
          <a:xfrm>
            <a:off x="334965" y="1028859"/>
            <a:ext cx="11520000" cy="51612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800"/>
              </a:spcAft>
              <a:defRPr sz="1650" b="0" i="0" baseline="0">
                <a:latin typeface="Rakuten Sans JP" panose="020B0400000000000000" pitchFamily="34" charset="-128"/>
                <a:ea typeface="Rakuten Sans JP" panose="020B0400000000000000" pitchFamily="34" charset="-128"/>
                <a:cs typeface="Rakuten Sans" panose="020B0503020203020204" pitchFamily="34" charset="0"/>
              </a:defRPr>
            </a:lvl1pPr>
            <a:lvl2pPr marL="360018" indent="-240012">
              <a:lnSpc>
                <a:spcPct val="100000"/>
              </a:lnSpc>
              <a:spcAft>
                <a:spcPts val="800"/>
              </a:spcAft>
              <a:defRPr sz="1600" baseline="0">
                <a:latin typeface="+mn-ea"/>
                <a:ea typeface="+mn-ea"/>
              </a:defRPr>
            </a:lvl2pPr>
            <a:lvl3pPr marL="72003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3pPr>
            <a:lvl4pPr marL="108005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4pPr>
            <a:lvl5pPr marL="1440072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5pPr>
            <a:lvl6pPr marL="1800090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6pPr>
            <a:lvl7pPr marL="2160108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7pPr>
            <a:lvl8pPr marL="252012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8pPr>
            <a:lvl9pPr marL="288014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9pPr>
          </a:lstStyle>
          <a:p>
            <a:pPr lvl="0"/>
            <a:r>
              <a:rPr kumimoji="1" lang="en-US" altLang="ja-JP" dirty="0"/>
              <a:t>Click to add object</a:t>
            </a:r>
            <a:endParaRPr kumimoji="1" lang="ja-JP" altLang="en-US" dirty="0"/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43714FD7-6AD5-1B4C-95BA-BB0FB7D2AE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6369660"/>
            <a:ext cx="360000" cy="360000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895E5067-948E-3C32-7C4D-B572A52B4C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007" y="6501398"/>
            <a:ext cx="10414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04706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a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>
            <a:extLst>
              <a:ext uri="{FF2B5EF4-FFF2-40B4-BE49-F238E27FC236}">
                <a16:creationId xmlns:a16="http://schemas.microsoft.com/office/drawing/2014/main" id="{43714FD7-6AD5-1B4C-95BA-BB0FB7D2AE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6369660"/>
            <a:ext cx="360000" cy="360000"/>
          </a:xfrm>
          <a:prstGeom prst="rect">
            <a:avLst/>
          </a:prstGeom>
        </p:spPr>
      </p:pic>
      <p:sp>
        <p:nvSpPr>
          <p:cNvPr id="2" name="Shape 25">
            <a:extLst>
              <a:ext uri="{FF2B5EF4-FFF2-40B4-BE49-F238E27FC236}">
                <a16:creationId xmlns:a16="http://schemas.microsoft.com/office/drawing/2014/main" id="{836191B5-690A-821D-4318-9321E90858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324000"/>
            <a:ext cx="11520000" cy="5396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en-US" altLang="ja-JP" dirty="0"/>
              <a:t>Click to add title</a:t>
            </a:r>
            <a:endParaRPr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C4FFFF-9351-912E-DC2E-A8BBCB41F0F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4965" y="1028859"/>
            <a:ext cx="11520000" cy="51612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800"/>
              </a:spcAft>
              <a:defRPr sz="1650" b="0" i="0" baseline="0">
                <a:latin typeface="Rakuten Sans JP" panose="020B0400000000000000" pitchFamily="34" charset="-128"/>
                <a:ea typeface="Rakuten Sans JP" panose="020B0400000000000000" pitchFamily="34" charset="-128"/>
                <a:cs typeface="Rakuten Sans" panose="020B0503020203020204" pitchFamily="34" charset="0"/>
              </a:defRPr>
            </a:lvl1pPr>
            <a:lvl2pPr marL="360018" indent="-240012">
              <a:lnSpc>
                <a:spcPct val="100000"/>
              </a:lnSpc>
              <a:spcAft>
                <a:spcPts val="800"/>
              </a:spcAft>
              <a:defRPr sz="1600" baseline="0">
                <a:latin typeface="+mn-ea"/>
                <a:ea typeface="+mn-ea"/>
              </a:defRPr>
            </a:lvl2pPr>
            <a:lvl3pPr marL="72003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3pPr>
            <a:lvl4pPr marL="108005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4pPr>
            <a:lvl5pPr marL="1440072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5pPr>
            <a:lvl6pPr marL="1800090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6pPr>
            <a:lvl7pPr marL="2160108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7pPr>
            <a:lvl8pPr marL="252012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8pPr>
            <a:lvl9pPr marL="288014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9pPr>
          </a:lstStyle>
          <a:p>
            <a:pPr lvl="0"/>
            <a:r>
              <a:rPr kumimoji="1" lang="en-US" altLang="ja-JP" dirty="0"/>
              <a:t>Click to add object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9BABC48-94B1-D91F-BD59-EB74F9FED065}"/>
              </a:ext>
            </a:extLst>
          </p:cNvPr>
          <p:cNvSpPr txBox="1"/>
          <p:nvPr userDrawn="1"/>
        </p:nvSpPr>
        <p:spPr>
          <a:xfrm>
            <a:off x="11104119" y="6444433"/>
            <a:ext cx="764398" cy="2346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7624" tIns="47624" rIns="47624" bIns="47624" numCol="1" spcCol="38100" rtlCol="0" anchor="ctr">
            <a:spAutoFit/>
          </a:bodyPr>
          <a:lstStyle/>
          <a:p>
            <a:pPr marL="0" marR="0" indent="0" algn="r" defTabSz="54839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86CB4B4D-7CA3-9044-876B-883B54F8677D}" type="slidenum">
              <a:rPr lang="en-US" altLang="ja-JP" sz="900" b="1" smtClean="0">
                <a:latin typeface="Rakuten Sans JP" panose="020B0400000000000000" pitchFamily="34" charset="-128"/>
                <a:ea typeface="Rakuten Sans JP" panose="020B0400000000000000" pitchFamily="34" charset="-128"/>
                <a:cs typeface="Rakuten Sans" panose="020B0503020203020204" pitchFamily="34" charset="0"/>
              </a:rPr>
              <a:pPr marL="0" marR="0" indent="0" algn="r" defTabSz="54839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ja-JP" altLang="en-US" sz="9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Rakuten Sans JP" panose="020B0400000000000000" pitchFamily="34" charset="-128"/>
              <a:ea typeface="Rakuten Sans JP" panose="020B0400000000000000" pitchFamily="34" charset="-128"/>
              <a:cs typeface="Rakuten Sans" panose="020B0503020203020204" pitchFamily="34" charset="0"/>
              <a:sym typeface="ヒラギノ角ゴ ProN W3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03B1AC7-D142-80F6-8C7A-2F1FAFAB47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007" y="6501398"/>
            <a:ext cx="10414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62834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d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AF82B00-2742-9246-93A9-69359E0EAF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6369660"/>
            <a:ext cx="360000" cy="360000"/>
          </a:xfrm>
          <a:prstGeom prst="rect">
            <a:avLst/>
          </a:prstGeom>
        </p:spPr>
      </p:pic>
      <p:sp>
        <p:nvSpPr>
          <p:cNvPr id="2" name="Shape 25">
            <a:extLst>
              <a:ext uri="{FF2B5EF4-FFF2-40B4-BE49-F238E27FC236}">
                <a16:creationId xmlns:a16="http://schemas.microsoft.com/office/drawing/2014/main" id="{68F4C3EC-02F9-4BA9-9464-483CD6333E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324000"/>
            <a:ext cx="11520000" cy="5396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en-US" altLang="ja-JP" dirty="0"/>
              <a:t>Click to add title</a:t>
            </a:r>
            <a:endParaRPr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6266B2-86B9-C065-F581-C76F38D687C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4965" y="1028859"/>
            <a:ext cx="11520000" cy="51612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800"/>
              </a:spcAft>
              <a:defRPr sz="1650" b="0" i="0" baseline="0">
                <a:solidFill>
                  <a:schemeClr val="tx1"/>
                </a:solidFill>
                <a:latin typeface="Rakuten Sans JP" panose="020B0400000000000000" pitchFamily="34" charset="-128"/>
                <a:ea typeface="Rakuten Sans JP" panose="020B0400000000000000" pitchFamily="34" charset="-128"/>
                <a:cs typeface="Rakuten Sans" panose="020B0503020203020204" pitchFamily="34" charset="0"/>
              </a:defRPr>
            </a:lvl1pPr>
            <a:lvl2pPr marL="360018" indent="-240012">
              <a:lnSpc>
                <a:spcPct val="100000"/>
              </a:lnSpc>
              <a:spcAft>
                <a:spcPts val="800"/>
              </a:spcAft>
              <a:defRPr sz="1600" baseline="0">
                <a:latin typeface="+mn-ea"/>
                <a:ea typeface="+mn-ea"/>
              </a:defRPr>
            </a:lvl2pPr>
            <a:lvl3pPr marL="72003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3pPr>
            <a:lvl4pPr marL="108005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4pPr>
            <a:lvl5pPr marL="1440072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5pPr>
            <a:lvl6pPr marL="1800090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6pPr>
            <a:lvl7pPr marL="2160108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7pPr>
            <a:lvl8pPr marL="252012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8pPr>
            <a:lvl9pPr marL="288014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9pPr>
          </a:lstStyle>
          <a:p>
            <a:pPr lvl="0"/>
            <a:r>
              <a:rPr kumimoji="1" lang="en-US" altLang="ja-JP" dirty="0"/>
              <a:t>Click to add object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E3E9749-103F-57F9-0F50-6913782A0F5B}"/>
              </a:ext>
            </a:extLst>
          </p:cNvPr>
          <p:cNvSpPr txBox="1"/>
          <p:nvPr userDrawn="1"/>
        </p:nvSpPr>
        <p:spPr>
          <a:xfrm>
            <a:off x="11104119" y="6444433"/>
            <a:ext cx="764398" cy="2346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7624" tIns="47624" rIns="47624" bIns="47624" numCol="1" spcCol="38100" rtlCol="0" anchor="ctr">
            <a:spAutoFit/>
          </a:bodyPr>
          <a:lstStyle/>
          <a:p>
            <a:pPr marL="0" marR="0" indent="0" algn="r" defTabSz="54839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86CB4B4D-7CA3-9044-876B-883B54F8677D}" type="slidenum">
              <a:rPr lang="en-US" altLang="ja-JP" sz="900" b="1" smtClean="0">
                <a:latin typeface="Rakuten Sans JP" panose="020B0400000000000000" pitchFamily="34" charset="-128"/>
                <a:ea typeface="Rakuten Sans JP" panose="020B0400000000000000" pitchFamily="34" charset="-128"/>
                <a:cs typeface="Rakuten Sans" panose="020B0503020203020204" pitchFamily="34" charset="0"/>
              </a:rPr>
              <a:pPr marL="0" marR="0" indent="0" algn="r" defTabSz="54839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ja-JP" altLang="en-US" sz="9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Rakuten Sans JP" panose="020B0400000000000000" pitchFamily="34" charset="-128"/>
              <a:ea typeface="Rakuten Sans JP" panose="020B0400000000000000" pitchFamily="34" charset="-128"/>
              <a:cs typeface="Rakuten Sans" panose="020B0503020203020204" pitchFamily="34" charset="0"/>
              <a:sym typeface="ヒラギノ角ゴ ProN W3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E904386-8F41-2D69-D4D4-6FAC3DC07C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06007" y="6501398"/>
            <a:ext cx="10414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8307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/>
          </p:cNvSpPr>
          <p:nvPr>
            <p:ph type="pic" idx="13" hasCustomPrompt="1"/>
          </p:nvPr>
        </p:nvSpPr>
        <p:spPr>
          <a:xfrm>
            <a:off x="1" y="0"/>
            <a:ext cx="12193587" cy="6858000"/>
          </a:xfrm>
          <a:prstGeom prst="rect">
            <a:avLst/>
          </a:prstGeom>
        </p:spPr>
        <p:txBody>
          <a:bodyPr lIns="91439" tIns="45719" rIns="91439" bIns="45719" anchor="ctr">
            <a:noAutofit/>
          </a:bodyPr>
          <a:lstStyle>
            <a:lvl1pPr algn="ctr">
              <a:defRPr sz="2200" b="1">
                <a:latin typeface="Rakuten Sans JP" panose="020B0400000000000000" pitchFamily="34" charset="-128"/>
                <a:ea typeface="Rakuten Sans JP" panose="020B0400000000000000" pitchFamily="34" charset="-128"/>
              </a:defRPr>
            </a:lvl1pPr>
          </a:lstStyle>
          <a:p>
            <a:r>
              <a:rPr lang="en-US" altLang="ja-JP" dirty="0"/>
              <a:t>Click icon to add full image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6653792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Back 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97C0AEEE-698E-F348-89FD-E33AED85BF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794" y="2843942"/>
            <a:ext cx="304800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0934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Back Cover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F90AA9F3-25D2-9D4A-8350-BF8D3E2B06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794" y="2843942"/>
            <a:ext cx="304800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515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ボックス 10"/>
          <p:cNvSpPr txBox="1"/>
          <p:nvPr userDrawn="1"/>
        </p:nvSpPr>
        <p:spPr>
          <a:xfrm>
            <a:off x="11104119" y="6421350"/>
            <a:ext cx="764398" cy="2808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7624" tIns="47624" rIns="47624" bIns="47624" numCol="1" spcCol="38100" rtlCol="0" anchor="ctr">
            <a:spAutoFit/>
          </a:bodyPr>
          <a:lstStyle/>
          <a:p>
            <a:pPr marL="0" marR="0" indent="0" algn="r" defTabSz="54839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86CB4B4D-7CA3-9044-876B-883B54F8677D}" type="slidenum">
              <a:rPr lang="en-US" altLang="ja-JP" sz="1200" b="1" smtClean="0">
                <a:latin typeface="Rakuten Sans" panose="020B0503020203020204" pitchFamily="34" charset="0"/>
                <a:cs typeface="Rakuten Sans" panose="020B0503020203020204" pitchFamily="34" charset="0"/>
              </a:rPr>
              <a:pPr marL="0" marR="0" indent="0" algn="r" defTabSz="54839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ja-JP" altLang="en-US" sz="1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Rakuten Sans" panose="020B0503020203020204" pitchFamily="34" charset="0"/>
              <a:ea typeface="メイリオ" panose="020B0604030504040204" pitchFamily="50" charset="-128"/>
              <a:cs typeface="Rakuten Sans" panose="020B0503020203020204" pitchFamily="34" charset="0"/>
              <a:sym typeface="ヒラギノ角ゴ ProN W3"/>
            </a:endParaRPr>
          </a:p>
        </p:txBody>
      </p:sp>
      <p:sp>
        <p:nvSpPr>
          <p:cNvPr id="9" name="コンテンツ プレースホルダー 2"/>
          <p:cNvSpPr>
            <a:spLocks noGrp="1"/>
          </p:cNvSpPr>
          <p:nvPr userDrawn="1">
            <p:ph sz="quarter" idx="10" hasCustomPrompt="1"/>
          </p:nvPr>
        </p:nvSpPr>
        <p:spPr>
          <a:xfrm>
            <a:off x="334965" y="1578633"/>
            <a:ext cx="11520000" cy="43390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800"/>
              </a:spcAft>
              <a:defRPr sz="1800" b="0" i="0" baseline="0">
                <a:latin typeface="Rakuten Sans" panose="020B0503020203020204" pitchFamily="34" charset="0"/>
                <a:ea typeface="+mn-ea"/>
                <a:cs typeface="Rakuten Sans" panose="020B0503020203020204" pitchFamily="34" charset="0"/>
              </a:defRPr>
            </a:lvl1pPr>
            <a:lvl2pPr marL="360018" indent="-240012">
              <a:lnSpc>
                <a:spcPct val="100000"/>
              </a:lnSpc>
              <a:spcAft>
                <a:spcPts val="800"/>
              </a:spcAft>
              <a:defRPr sz="1600" baseline="0">
                <a:latin typeface="+mn-ea"/>
                <a:ea typeface="+mn-ea"/>
              </a:defRPr>
            </a:lvl2pPr>
            <a:lvl3pPr marL="72003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3pPr>
            <a:lvl4pPr marL="108005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4pPr>
            <a:lvl5pPr marL="1440072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5pPr>
            <a:lvl6pPr marL="1800090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6pPr>
            <a:lvl7pPr marL="2160108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7pPr>
            <a:lvl8pPr marL="252012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8pPr>
            <a:lvl9pPr marL="288014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9pPr>
          </a:lstStyle>
          <a:p>
            <a:pPr lvl="0"/>
            <a:r>
              <a:rPr kumimoji="1" lang="en-US" altLang="ja-JP"/>
              <a:t>Click to add object</a:t>
            </a:r>
            <a:endParaRPr kumimoji="1" lang="ja-JP" altLang="en-US"/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43714FD7-6AD5-1B4C-95BA-BB0FB7D2AE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6369660"/>
            <a:ext cx="360000" cy="360000"/>
          </a:xfrm>
          <a:prstGeom prst="rect">
            <a:avLst/>
          </a:prstGeom>
        </p:spPr>
      </p:pic>
      <p:sp>
        <p:nvSpPr>
          <p:cNvPr id="2" name="コンテンツ プレースホルダー 2">
            <a:extLst>
              <a:ext uri="{FF2B5EF4-FFF2-40B4-BE49-F238E27FC236}">
                <a16:creationId xmlns:a16="http://schemas.microsoft.com/office/drawing/2014/main" id="{ED72ABBE-47B2-F41A-BD76-3F1E6E3946E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34963" y="5967816"/>
            <a:ext cx="11520000" cy="360001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defRPr sz="800" b="0" i="0" baseline="0">
                <a:latin typeface="Rakuten Sans" panose="020B0503020203020204" pitchFamily="34" charset="0"/>
                <a:ea typeface="+mn-ea"/>
                <a:cs typeface="Rakuten Sans" panose="020B0503020203020204" pitchFamily="34" charset="0"/>
              </a:defRPr>
            </a:lvl1pPr>
            <a:lvl2pPr marL="360018" indent="-240012">
              <a:lnSpc>
                <a:spcPct val="100000"/>
              </a:lnSpc>
              <a:spcAft>
                <a:spcPts val="800"/>
              </a:spcAft>
              <a:defRPr sz="1600" baseline="0">
                <a:latin typeface="+mn-ea"/>
                <a:ea typeface="+mn-ea"/>
              </a:defRPr>
            </a:lvl2pPr>
            <a:lvl3pPr marL="72003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3pPr>
            <a:lvl4pPr marL="108005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4pPr>
            <a:lvl5pPr marL="1440072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5pPr>
            <a:lvl6pPr marL="1800090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6pPr>
            <a:lvl7pPr marL="2160108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7pPr>
            <a:lvl8pPr marL="252012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8pPr>
            <a:lvl9pPr marL="288014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9pPr>
          </a:lstStyle>
          <a:p>
            <a:pPr lvl="0"/>
            <a:r>
              <a:rPr kumimoji="1" lang="en-US" altLang="ja-JP"/>
              <a:t>Click to add footnotes</a:t>
            </a:r>
            <a:endParaRPr kumimoji="1" lang="ja-JP" altLang="en-US"/>
          </a:p>
        </p:txBody>
      </p:sp>
      <p:sp>
        <p:nvSpPr>
          <p:cNvPr id="16" name="タイトル 2">
            <a:extLst>
              <a:ext uri="{FF2B5EF4-FFF2-40B4-BE49-F238E27FC236}">
                <a16:creationId xmlns:a16="http://schemas.microsoft.com/office/drawing/2014/main" id="{74C777A1-2784-2E0F-A77A-F9AAC1107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324000"/>
            <a:ext cx="11522074" cy="539667"/>
          </a:xfrm>
        </p:spPr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7" name="テキスト プレースホルダー 14">
            <a:extLst>
              <a:ext uri="{FF2B5EF4-FFF2-40B4-BE49-F238E27FC236}">
                <a16:creationId xmlns:a16="http://schemas.microsoft.com/office/drawing/2014/main" id="{BAAF2337-1DE4-A2D1-5DA4-4DF7A8B1EC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496" y="901973"/>
            <a:ext cx="11520000" cy="638175"/>
          </a:xfrm>
          <a:prstGeom prst="rect">
            <a:avLst/>
          </a:prstGeom>
        </p:spPr>
        <p:txBody>
          <a:bodyPr/>
          <a:lstStyle>
            <a:lvl1pPr marL="342900" indent="-342900">
              <a:spcAft>
                <a:spcPts val="600"/>
              </a:spcAft>
              <a:buSzPct val="100000"/>
              <a:buFont typeface="Rakuten Sans JP" panose="020B0400000000000000" pitchFamily="34" charset="-128"/>
              <a:buChar char="■"/>
              <a:defRPr sz="1600" b="1"/>
            </a:lvl1pPr>
            <a:lvl2pPr marL="464374" indent="-297676">
              <a:buSzPct val="50000"/>
              <a:buFont typeface="Rakuten Sans JP" panose="020B0400000000000000" pitchFamily="34" charset="-128"/>
              <a:buChar char="█"/>
              <a:defRPr sz="1600" b="1"/>
            </a:lvl2pPr>
            <a:lvl3pPr marL="631073" indent="-297676">
              <a:buSzPct val="50000"/>
              <a:buFont typeface="Rakuten Sans JP" panose="020B0400000000000000" pitchFamily="34" charset="-128"/>
              <a:buChar char="█"/>
              <a:defRPr sz="1600" b="1"/>
            </a:lvl3pPr>
            <a:lvl4pPr marL="797772" indent="-297676">
              <a:buSzPct val="50000"/>
              <a:buFont typeface="Rakuten Sans JP" panose="020B0400000000000000" pitchFamily="34" charset="-128"/>
              <a:buChar char="█"/>
              <a:defRPr sz="1600" b="1"/>
            </a:lvl4pPr>
            <a:lvl5pPr marL="964470" indent="-297676">
              <a:buSzPct val="50000"/>
              <a:buFont typeface="Rakuten Sans JP" panose="020B0400000000000000" pitchFamily="34" charset="-128"/>
              <a:buChar char="█"/>
              <a:defRPr sz="1600" b="1"/>
            </a:lvl5pPr>
          </a:lstStyle>
          <a:p>
            <a:pPr lvl="0"/>
            <a:r>
              <a:rPr lang="ja-JP" altLang="en-US"/>
              <a:t>サブ見出しを入力</a:t>
            </a:r>
            <a:endParaRPr lang="en-US" altLang="ja-JP"/>
          </a:p>
          <a:p>
            <a:pPr lvl="0"/>
            <a:endParaRPr lang="en-US" altLang="ja-JP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2143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as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 hidden="1">
            <a:extLst>
              <a:ext uri="{FF2B5EF4-FFF2-40B4-BE49-F238E27FC236}">
                <a16:creationId xmlns:a16="http://schemas.microsoft.com/office/drawing/2014/main" id="{43714FD7-6AD5-1B4C-95BA-BB0FB7D2AE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6369660"/>
            <a:ext cx="360000" cy="360000"/>
          </a:xfrm>
          <a:prstGeom prst="rect">
            <a:avLst/>
          </a:prstGeom>
        </p:spPr>
      </p:pic>
      <p:pic>
        <p:nvPicPr>
          <p:cNvPr id="12" name="図 11" hidden="1">
            <a:extLst>
              <a:ext uri="{FF2B5EF4-FFF2-40B4-BE49-F238E27FC236}">
                <a16:creationId xmlns:a16="http://schemas.microsoft.com/office/drawing/2014/main" id="{9B22ADDD-1622-174C-8100-923F963418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007" y="6501398"/>
            <a:ext cx="1041400" cy="10160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B40798D6-C145-4C29-ABD8-709C3EFBED7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4601"/>
            <a:ext cx="12192000" cy="53339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0DF17B6-3832-18D0-FC21-3E0F2A14C2C8}"/>
              </a:ext>
            </a:extLst>
          </p:cNvPr>
          <p:cNvSpPr txBox="1"/>
          <p:nvPr userDrawn="1"/>
        </p:nvSpPr>
        <p:spPr>
          <a:xfrm>
            <a:off x="11151015" y="6458748"/>
            <a:ext cx="764398" cy="2808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7624" tIns="47624" rIns="47624" bIns="47624" numCol="1" spcCol="38100" rtlCol="0" anchor="ctr">
            <a:spAutoFit/>
          </a:bodyPr>
          <a:lstStyle/>
          <a:p>
            <a:pPr marL="0" marR="0" indent="0" algn="r" defTabSz="54839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86CB4B4D-7CA3-9044-876B-883B54F8677D}" type="slidenum">
              <a:rPr lang="en-US" altLang="ja-JP" sz="1200" b="1" smtClean="0">
                <a:solidFill>
                  <a:schemeClr val="bg1"/>
                </a:solidFill>
                <a:latin typeface="Rakuten Sans" panose="020B0503020203020204" pitchFamily="34" charset="0"/>
                <a:cs typeface="Rakuten Sans" panose="020B0503020203020204" pitchFamily="34" charset="0"/>
              </a:rPr>
              <a:pPr marL="0" marR="0" indent="0" algn="r" defTabSz="54839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ja-JP" altLang="en-US" sz="12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Rakuten Sans" panose="020B0503020203020204" pitchFamily="34" charset="0"/>
              <a:ea typeface="メイリオ" panose="020B0604030504040204" pitchFamily="50" charset="-128"/>
              <a:cs typeface="Rakuten Sans" panose="020B0503020203020204" pitchFamily="34" charset="0"/>
              <a:sym typeface="ヒラギノ角ゴ ProN W3"/>
            </a:endParaRPr>
          </a:p>
        </p:txBody>
      </p:sp>
      <p:sp>
        <p:nvSpPr>
          <p:cNvPr id="3" name="Shape 25">
            <a:extLst>
              <a:ext uri="{FF2B5EF4-FFF2-40B4-BE49-F238E27FC236}">
                <a16:creationId xmlns:a16="http://schemas.microsoft.com/office/drawing/2014/main" id="{2151D466-360B-A027-D048-1B5C63BCBA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324000"/>
            <a:ext cx="11520000" cy="5396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en-US" altLang="ja-JP" dirty="0"/>
              <a:t>Click to add title</a:t>
            </a:r>
            <a:endParaRPr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DB74244-9E35-CDAF-89D5-AFA4FB1C75D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200" y="6540500"/>
            <a:ext cx="14478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36791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 userDrawn="1"/>
        </p:nvSpPr>
        <p:spPr>
          <a:xfrm>
            <a:off x="0" y="-1"/>
            <a:ext cx="12192000" cy="565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i="0">
              <a:latin typeface="Rakuten Sans" panose="020B0503020203020204" pitchFamily="34" charset="0"/>
              <a:cs typeface="Rakuten Sans" panose="020B0503020203020204" pitchFamily="34" charset="0"/>
            </a:endParaRPr>
          </a:p>
        </p:txBody>
      </p:sp>
      <p:pic>
        <p:nvPicPr>
          <p:cNvPr id="15" name="Picture 5">
            <a:extLst>
              <a:ext uri="{FF2B5EF4-FFF2-40B4-BE49-F238E27FC236}">
                <a16:creationId xmlns:a16="http://schemas.microsoft.com/office/drawing/2014/main" id="{97C0AEEE-698E-F348-89FD-E33AED85BF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63" y="5838625"/>
            <a:ext cx="2356362" cy="864000"/>
          </a:xfrm>
          <a:prstGeom prst="rect">
            <a:avLst/>
          </a:prstGeom>
        </p:spPr>
      </p:pic>
      <p:sp>
        <p:nvSpPr>
          <p:cNvPr id="7" name="Shape 16"/>
          <p:cNvSpPr>
            <a:spLocks noGrp="1"/>
          </p:cNvSpPr>
          <p:nvPr>
            <p:ph type="title" hasCustomPrompt="1"/>
          </p:nvPr>
        </p:nvSpPr>
        <p:spPr>
          <a:xfrm>
            <a:off x="1079999" y="1365250"/>
            <a:ext cx="10052457" cy="144564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400" b="1" i="0" baseline="0">
                <a:solidFill>
                  <a:srgbClr val="FFFFFF"/>
                </a:solidFill>
                <a:latin typeface="Rakuten Sans" panose="020B0503020203020204" pitchFamily="34" charset="0"/>
                <a:ea typeface="+mj-ea"/>
                <a:cs typeface="Rakuten Sans" panose="020B0503020203020204" pitchFamily="34" charset="0"/>
              </a:defRPr>
            </a:lvl1pPr>
          </a:lstStyle>
          <a:p>
            <a:r>
              <a:rPr kumimoji="1" lang="en-US" altLang="ja-JP" dirty="0"/>
              <a:t>R-Style template</a:t>
            </a:r>
            <a:r>
              <a:rPr lang="en-US" altLang="ja-JP" dirty="0"/>
              <a:t> v3.2</a:t>
            </a:r>
            <a:endParaRPr dirty="0"/>
          </a:p>
        </p:txBody>
      </p:sp>
      <p:sp>
        <p:nvSpPr>
          <p:cNvPr id="8" name="コンテンツ プレースホルダー 4"/>
          <p:cNvSpPr>
            <a:spLocks noGrp="1"/>
          </p:cNvSpPr>
          <p:nvPr>
            <p:ph sz="quarter" idx="12" hasCustomPrompt="1"/>
          </p:nvPr>
        </p:nvSpPr>
        <p:spPr>
          <a:xfrm>
            <a:off x="1080000" y="3107530"/>
            <a:ext cx="4170488" cy="1592068"/>
          </a:xfrm>
          <a:prstGeom prst="rect">
            <a:avLst/>
          </a:prstGeom>
        </p:spPr>
        <p:txBody>
          <a:bodyPr/>
          <a:lstStyle>
            <a:lvl1pPr marL="0" marR="0" indent="0" algn="l" defTabSz="30847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2400" b="1" i="0" baseline="0">
                <a:solidFill>
                  <a:schemeClr val="bg1"/>
                </a:solidFill>
                <a:latin typeface="Rakuten Sans" panose="020B0503020203020204" pitchFamily="34" charset="0"/>
                <a:ea typeface="+mj-ea"/>
                <a:cs typeface="Rakuten Sans" panose="020B0503020203020204" pitchFamily="34" charset="0"/>
              </a:defRPr>
            </a:lvl1pPr>
          </a:lstStyle>
          <a:p>
            <a:pPr lvl="0"/>
            <a:r>
              <a:rPr lang="en-US" altLang="ja-JP" dirty="0"/>
              <a:t>Apr 1st, 2021</a:t>
            </a:r>
            <a:br>
              <a:rPr lang="en-US" altLang="ja-JP" dirty="0"/>
            </a:br>
            <a:r>
              <a:rPr lang="en-US" altLang="ja-JP" dirty="0"/>
              <a:t>Rakuten Taro</a:t>
            </a:r>
            <a:br>
              <a:rPr lang="en-US" altLang="ja-JP" dirty="0"/>
            </a:br>
            <a:r>
              <a:rPr lang="en-US" altLang="ja-JP" dirty="0" err="1"/>
              <a:t>xxxxx</a:t>
            </a:r>
            <a:r>
              <a:rPr lang="en-US" altLang="ja-JP" dirty="0"/>
              <a:t>. Dept.</a:t>
            </a:r>
            <a:br>
              <a:rPr lang="en-US" altLang="ja-JP" dirty="0"/>
            </a:br>
            <a:r>
              <a:rPr lang="en-US" altLang="ja-JP" dirty="0"/>
              <a:t>Rakuten Group, Inc.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57366534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g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title" hasCustomPrompt="1"/>
          </p:nvPr>
        </p:nvSpPr>
        <p:spPr>
          <a:xfrm>
            <a:off x="334964" y="324000"/>
            <a:ext cx="11520000" cy="5396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en-US" altLang="ja-JP" dirty="0"/>
              <a:t>Click to add title</a:t>
            </a:r>
            <a:endParaRPr dirty="0"/>
          </a:p>
        </p:txBody>
      </p:sp>
      <p:sp>
        <p:nvSpPr>
          <p:cNvPr id="11" name="テキスト ボックス 10"/>
          <p:cNvSpPr txBox="1"/>
          <p:nvPr userDrawn="1"/>
        </p:nvSpPr>
        <p:spPr>
          <a:xfrm>
            <a:off x="11104119" y="6421350"/>
            <a:ext cx="764398" cy="2808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7624" tIns="47624" rIns="47624" bIns="47624" numCol="1" spcCol="38100" rtlCol="0" anchor="ctr">
            <a:spAutoFit/>
          </a:bodyPr>
          <a:lstStyle/>
          <a:p>
            <a:pPr marL="0" marR="0" indent="0" algn="r" defTabSz="54839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86CB4B4D-7CA3-9044-876B-883B54F8677D}" type="slidenum">
              <a:rPr lang="en-US" altLang="ja-JP" sz="1200" b="1" smtClean="0">
                <a:latin typeface="Rakuten Sans" panose="020B0503020203020204" pitchFamily="34" charset="0"/>
                <a:cs typeface="Rakuten Sans" panose="020B0503020203020204" pitchFamily="34" charset="0"/>
              </a:rPr>
              <a:pPr marL="0" marR="0" indent="0" algn="r" defTabSz="54839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ja-JP" altLang="en-US" sz="1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Rakuten Sans" panose="020B0503020203020204" pitchFamily="34" charset="0"/>
              <a:ea typeface="メイリオ" panose="020B0604030504040204" pitchFamily="50" charset="-128"/>
              <a:cs typeface="Rakuten Sans" panose="020B0503020203020204" pitchFamily="34" charset="0"/>
              <a:sym typeface="ヒラギノ角ゴ ProN W3"/>
            </a:endParaRPr>
          </a:p>
        </p:txBody>
      </p:sp>
      <p:sp>
        <p:nvSpPr>
          <p:cNvPr id="9" name="コンテンツ プレースホルダー 2"/>
          <p:cNvSpPr>
            <a:spLocks noGrp="1"/>
          </p:cNvSpPr>
          <p:nvPr userDrawn="1">
            <p:ph sz="quarter" idx="10" hasCustomPrompt="1"/>
          </p:nvPr>
        </p:nvSpPr>
        <p:spPr>
          <a:xfrm>
            <a:off x="334965" y="1028859"/>
            <a:ext cx="11520000" cy="51612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800"/>
              </a:spcAft>
              <a:defRPr sz="1800" b="0" i="0" baseline="0">
                <a:latin typeface="Rakuten Sans" panose="020B0503020203020204" pitchFamily="34" charset="0"/>
                <a:ea typeface="+mn-ea"/>
                <a:cs typeface="Rakuten Sans" panose="020B0503020203020204" pitchFamily="34" charset="0"/>
              </a:defRPr>
            </a:lvl1pPr>
            <a:lvl2pPr marL="360018" indent="-240012">
              <a:lnSpc>
                <a:spcPct val="100000"/>
              </a:lnSpc>
              <a:spcAft>
                <a:spcPts val="800"/>
              </a:spcAft>
              <a:defRPr sz="1600" baseline="0">
                <a:latin typeface="+mn-ea"/>
                <a:ea typeface="+mn-ea"/>
              </a:defRPr>
            </a:lvl2pPr>
            <a:lvl3pPr marL="72003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3pPr>
            <a:lvl4pPr marL="108005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4pPr>
            <a:lvl5pPr marL="1440072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5pPr>
            <a:lvl6pPr marL="1800090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6pPr>
            <a:lvl7pPr marL="2160108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7pPr>
            <a:lvl8pPr marL="252012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8pPr>
            <a:lvl9pPr marL="288014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9pPr>
          </a:lstStyle>
          <a:p>
            <a:pPr lvl="0"/>
            <a:r>
              <a:rPr kumimoji="1" lang="en-US" altLang="ja-JP" dirty="0"/>
              <a:t>Click to add object</a:t>
            </a:r>
            <a:endParaRPr kumimoji="1" lang="ja-JP" altLang="en-US" dirty="0"/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43714FD7-6AD5-1B4C-95BA-BB0FB7D2AE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63" y="636966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0692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g_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/>
          </p:cNvSpPr>
          <p:nvPr>
            <p:ph type="title" hasCustomPrompt="1"/>
          </p:nvPr>
        </p:nvSpPr>
        <p:spPr>
          <a:xfrm>
            <a:off x="334964" y="324000"/>
            <a:ext cx="11520000" cy="5396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00" b="1" i="0">
                <a:latin typeface="Rakuten Sans" panose="020B0503020203020204" pitchFamily="34" charset="0"/>
                <a:cs typeface="Rakuten Sans" panose="020B0503020203020204" pitchFamily="34" charset="0"/>
              </a:defRPr>
            </a:lvl1pPr>
          </a:lstStyle>
          <a:p>
            <a:r>
              <a:rPr lang="en-US" altLang="ja-JP" dirty="0"/>
              <a:t>Click to add title</a:t>
            </a:r>
            <a:endParaRPr dirty="0"/>
          </a:p>
        </p:txBody>
      </p:sp>
      <p:sp>
        <p:nvSpPr>
          <p:cNvPr id="6" name="コンテンツ プレースホルダー 2"/>
          <p:cNvSpPr>
            <a:spLocks noGrp="1"/>
          </p:cNvSpPr>
          <p:nvPr>
            <p:ph sz="quarter" idx="10" hasCustomPrompt="1"/>
          </p:nvPr>
        </p:nvSpPr>
        <p:spPr>
          <a:xfrm>
            <a:off x="334964" y="1028859"/>
            <a:ext cx="11520000" cy="51612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800"/>
              </a:spcAft>
              <a:defRPr sz="1800" b="0" i="0" baseline="0">
                <a:latin typeface="Rakuten Sans" panose="020B0503020203020204" pitchFamily="34" charset="0"/>
                <a:ea typeface="+mn-ea"/>
                <a:cs typeface="Rakuten Sans" panose="020B0503020203020204" pitchFamily="34" charset="0"/>
              </a:defRPr>
            </a:lvl1pPr>
            <a:lvl2pPr marL="360018" indent="-240012">
              <a:lnSpc>
                <a:spcPct val="100000"/>
              </a:lnSpc>
              <a:spcAft>
                <a:spcPts val="800"/>
              </a:spcAft>
              <a:defRPr sz="1600" baseline="0">
                <a:latin typeface="+mn-ea"/>
                <a:ea typeface="+mn-ea"/>
              </a:defRPr>
            </a:lvl2pPr>
            <a:lvl3pPr marL="72003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3pPr>
            <a:lvl4pPr marL="108005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4pPr>
            <a:lvl5pPr marL="1440072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5pPr>
            <a:lvl6pPr marL="1800090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6pPr>
            <a:lvl7pPr marL="2160108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7pPr>
            <a:lvl8pPr marL="252012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8pPr>
            <a:lvl9pPr marL="288014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9pPr>
          </a:lstStyle>
          <a:p>
            <a:pPr lvl="0"/>
            <a:r>
              <a:rPr kumimoji="1" lang="en-US" altLang="ja-JP" dirty="0"/>
              <a:t>Click to add object</a:t>
            </a:r>
            <a:endParaRPr kumimoji="1" lang="ja-JP" altLang="en-US" dirty="0"/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43714FD7-6AD5-1B4C-95BA-BB0FB7D2AE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63" y="6369660"/>
            <a:ext cx="360000" cy="3600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32CFB42-3A01-8744-951A-E3924209C2AD}"/>
              </a:ext>
            </a:extLst>
          </p:cNvPr>
          <p:cNvSpPr txBox="1"/>
          <p:nvPr userDrawn="1"/>
        </p:nvSpPr>
        <p:spPr>
          <a:xfrm>
            <a:off x="11104119" y="6421350"/>
            <a:ext cx="764398" cy="2808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7624" tIns="47624" rIns="47624" bIns="47624" numCol="1" spcCol="38100" rtlCol="0" anchor="ctr">
            <a:spAutoFit/>
          </a:bodyPr>
          <a:lstStyle/>
          <a:p>
            <a:pPr marL="0" marR="0" indent="0" algn="r" defTabSz="54839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86CB4B4D-7CA3-9044-876B-883B54F8677D}" type="slidenum">
              <a:rPr lang="en-US" altLang="ja-JP" sz="1200" b="1" smtClean="0">
                <a:latin typeface="Rakuten Sans" panose="020B0503020203020204" pitchFamily="34" charset="0"/>
                <a:cs typeface="Rakuten Sans" panose="020B0503020203020204" pitchFamily="34" charset="0"/>
              </a:rPr>
              <a:pPr marL="0" marR="0" indent="0" algn="r" defTabSz="54839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ja-JP" altLang="en-US" sz="1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Rakuten Sans" panose="020B0503020203020204" pitchFamily="34" charset="0"/>
              <a:ea typeface="メイリオ" panose="020B0604030504040204" pitchFamily="50" charset="-128"/>
              <a:cs typeface="Rakuten Sans" panose="020B0503020203020204" pitchFamily="34" charset="0"/>
              <a:sym typeface="ヒラギノ角ゴ ProN W3"/>
            </a:endParaRPr>
          </a:p>
        </p:txBody>
      </p:sp>
    </p:spTree>
    <p:extLst>
      <p:ext uri="{BB962C8B-B14F-4D97-AF65-F5344CB8AC3E}">
        <p14:creationId xmlns:p14="http://schemas.microsoft.com/office/powerpoint/2010/main" val="3277783769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g_re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>
            <a:spLocks noGrp="1"/>
          </p:cNvSpPr>
          <p:nvPr>
            <p:ph type="title" hasCustomPrompt="1"/>
          </p:nvPr>
        </p:nvSpPr>
        <p:spPr>
          <a:xfrm>
            <a:off x="334963" y="324000"/>
            <a:ext cx="11520000" cy="539667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rgbClr val="FFFFFF"/>
                </a:solidFill>
                <a:latin typeface="Rakuten Sans" panose="020B0503020203020204" pitchFamily="34" charset="0"/>
                <a:ea typeface="+mj-ea"/>
                <a:cs typeface="Rakuten Sans" panose="020B0503020203020204" pitchFamily="34" charset="0"/>
              </a:defRPr>
            </a:lvl1pPr>
          </a:lstStyle>
          <a:p>
            <a:r>
              <a:rPr lang="en-US" altLang="ja-JP" dirty="0"/>
              <a:t>Click to add title</a:t>
            </a:r>
            <a:endParaRPr dirty="0"/>
          </a:p>
        </p:txBody>
      </p:sp>
      <p:sp>
        <p:nvSpPr>
          <p:cNvPr id="6" name="コンテンツ プレースホルダー 2"/>
          <p:cNvSpPr>
            <a:spLocks noGrp="1"/>
          </p:cNvSpPr>
          <p:nvPr>
            <p:ph sz="quarter" idx="10" hasCustomPrompt="1"/>
          </p:nvPr>
        </p:nvSpPr>
        <p:spPr>
          <a:xfrm>
            <a:off x="334963" y="1028859"/>
            <a:ext cx="11520000" cy="51612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800"/>
              </a:spcAft>
              <a:defRPr sz="1800" b="0" i="0" baseline="0">
                <a:solidFill>
                  <a:schemeClr val="tx1"/>
                </a:solidFill>
                <a:latin typeface="Rakuten Sans" panose="020B0503020203020204" pitchFamily="34" charset="0"/>
                <a:ea typeface="+mn-ea"/>
                <a:cs typeface="Rakuten Sans" panose="020B0503020203020204" pitchFamily="34" charset="0"/>
              </a:defRPr>
            </a:lvl1pPr>
            <a:lvl2pPr marL="360018" indent="-240012">
              <a:lnSpc>
                <a:spcPct val="100000"/>
              </a:lnSpc>
              <a:spcAft>
                <a:spcPts val="800"/>
              </a:spcAft>
              <a:defRPr sz="1600" baseline="0">
                <a:solidFill>
                  <a:schemeClr val="bg1"/>
                </a:solidFill>
                <a:latin typeface="+mn-ea"/>
                <a:ea typeface="+mn-ea"/>
              </a:defRPr>
            </a:lvl2pPr>
            <a:lvl3pPr marL="720036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3pPr>
            <a:lvl4pPr marL="1080054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4pPr>
            <a:lvl5pPr marL="1440072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5pPr>
            <a:lvl6pPr marL="1800090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6pPr>
            <a:lvl7pPr marL="2160108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7pPr>
            <a:lvl8pPr marL="2520126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8pPr>
            <a:lvl9pPr marL="2880144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9pPr>
          </a:lstStyle>
          <a:p>
            <a:pPr lvl="0"/>
            <a:r>
              <a:rPr kumimoji="1" lang="en-US" altLang="ja-JP" dirty="0"/>
              <a:t>Click to add object</a:t>
            </a:r>
            <a:endParaRPr kumimoji="1" lang="ja-JP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F82B00-2742-9246-93A9-69359E0EAF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63" y="6369660"/>
            <a:ext cx="360000" cy="3600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11C2E68-B72B-584A-A3EE-BBDEE5A28D35}"/>
              </a:ext>
            </a:extLst>
          </p:cNvPr>
          <p:cNvSpPr txBox="1"/>
          <p:nvPr userDrawn="1"/>
        </p:nvSpPr>
        <p:spPr>
          <a:xfrm>
            <a:off x="11104119" y="6421350"/>
            <a:ext cx="764398" cy="2808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7624" tIns="47624" rIns="47624" bIns="47624" numCol="1" spcCol="38100" rtlCol="0" anchor="ctr">
            <a:spAutoFit/>
          </a:bodyPr>
          <a:lstStyle/>
          <a:p>
            <a:pPr marL="0" marR="0" indent="0" algn="r" defTabSz="54839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86CB4B4D-7CA3-9044-876B-883B54F8677D}" type="slidenum">
              <a:rPr lang="en-US" altLang="ja-JP" sz="1200" b="1" smtClean="0">
                <a:latin typeface="Rakuten Sans" panose="020B0503020203020204" pitchFamily="34" charset="0"/>
                <a:cs typeface="Rakuten Sans" panose="020B0503020203020204" pitchFamily="34" charset="0"/>
              </a:rPr>
              <a:pPr marL="0" marR="0" indent="0" algn="r" defTabSz="54839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ja-JP" altLang="en-US" sz="1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Rakuten Sans" panose="020B0503020203020204" pitchFamily="34" charset="0"/>
              <a:ea typeface="メイリオ" panose="020B0604030504040204" pitchFamily="50" charset="-128"/>
              <a:cs typeface="Rakuten Sans" panose="020B0503020203020204" pitchFamily="34" charset="0"/>
              <a:sym typeface="ヒラギノ角ゴ ProN W3"/>
            </a:endParaRPr>
          </a:p>
        </p:txBody>
      </p:sp>
    </p:spTree>
    <p:extLst>
      <p:ext uri="{BB962C8B-B14F-4D97-AF65-F5344CB8AC3E}">
        <p14:creationId xmlns:p14="http://schemas.microsoft.com/office/powerpoint/2010/main" val="24895042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full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/>
          </p:cNvSpPr>
          <p:nvPr>
            <p:ph type="pic" idx="13" hasCustomPrompt="1"/>
          </p:nvPr>
        </p:nvSpPr>
        <p:spPr>
          <a:xfrm>
            <a:off x="1" y="0"/>
            <a:ext cx="12193587" cy="6858000"/>
          </a:xfrm>
          <a:prstGeom prst="rect">
            <a:avLst/>
          </a:prstGeom>
        </p:spPr>
        <p:txBody>
          <a:bodyPr lIns="91439" tIns="45719" rIns="91439" bIns="45719" anchor="ctr">
            <a:noAutofit/>
          </a:bodyPr>
          <a:lstStyle>
            <a:lvl1pPr algn="ctr">
              <a:defRPr sz="2600" b="1"/>
            </a:lvl1pPr>
          </a:lstStyle>
          <a:p>
            <a:r>
              <a:rPr lang="en-US" altLang="ja-JP" dirty="0"/>
              <a:t>Click icon to add full image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0013049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back-cover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97C0AEEE-698E-F348-89FD-E33AED85BF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794" y="2843942"/>
            <a:ext cx="304800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9256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back-cover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F90AA9F3-25D2-9D4A-8350-BF8D3E2B06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794" y="2843942"/>
            <a:ext cx="304800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692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g_red">
    <p:bg>
      <p:bgPr>
        <a:solidFill>
          <a:srgbClr val="082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F538C0-7990-6D05-AE03-8F74F01E04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5" name="Shape 45"/>
          <p:cNvSpPr>
            <a:spLocks noGrp="1"/>
          </p:cNvSpPr>
          <p:nvPr>
            <p:ph type="title" hasCustomPrompt="1"/>
          </p:nvPr>
        </p:nvSpPr>
        <p:spPr>
          <a:xfrm>
            <a:off x="334963" y="324000"/>
            <a:ext cx="11520000" cy="539667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rgbClr val="FFFFFF"/>
                </a:solidFill>
                <a:latin typeface="Rakuten Sans" panose="020B0503020203020204" pitchFamily="34" charset="0"/>
                <a:ea typeface="+mj-ea"/>
                <a:cs typeface="Rakuten Sans" panose="020B0503020203020204" pitchFamily="34" charset="0"/>
              </a:defRPr>
            </a:lvl1pPr>
          </a:lstStyle>
          <a:p>
            <a:r>
              <a:rPr lang="en-US" altLang="ja-JP" dirty="0"/>
              <a:t>Click to add title</a:t>
            </a:r>
            <a:endParaRPr dirty="0"/>
          </a:p>
        </p:txBody>
      </p:sp>
      <p:sp>
        <p:nvSpPr>
          <p:cNvPr id="6" name="コンテンツ プレースホルダー 2"/>
          <p:cNvSpPr>
            <a:spLocks noGrp="1"/>
          </p:cNvSpPr>
          <p:nvPr>
            <p:ph sz="quarter" idx="10" hasCustomPrompt="1"/>
          </p:nvPr>
        </p:nvSpPr>
        <p:spPr>
          <a:xfrm>
            <a:off x="336000" y="848385"/>
            <a:ext cx="11520000" cy="51612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800"/>
              </a:spcAft>
              <a:defRPr sz="1800" b="0" i="0" baseline="0">
                <a:solidFill>
                  <a:schemeClr val="tx1"/>
                </a:solidFill>
                <a:latin typeface="Rakuten Sans" panose="020B0503020203020204" pitchFamily="34" charset="0"/>
                <a:ea typeface="+mn-ea"/>
                <a:cs typeface="Rakuten Sans" panose="020B0503020203020204" pitchFamily="34" charset="0"/>
              </a:defRPr>
            </a:lvl1pPr>
            <a:lvl2pPr marL="360018" indent="-240012">
              <a:lnSpc>
                <a:spcPct val="100000"/>
              </a:lnSpc>
              <a:spcAft>
                <a:spcPts val="800"/>
              </a:spcAft>
              <a:defRPr sz="1600" baseline="0">
                <a:solidFill>
                  <a:schemeClr val="bg1"/>
                </a:solidFill>
                <a:latin typeface="+mn-ea"/>
                <a:ea typeface="+mn-ea"/>
              </a:defRPr>
            </a:lvl2pPr>
            <a:lvl3pPr marL="720036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3pPr>
            <a:lvl4pPr marL="1080054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4pPr>
            <a:lvl5pPr marL="1440072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5pPr>
            <a:lvl6pPr marL="1800090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6pPr>
            <a:lvl7pPr marL="2160108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7pPr>
            <a:lvl8pPr marL="2520126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8pPr>
            <a:lvl9pPr marL="2880144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9pPr>
          </a:lstStyle>
          <a:p>
            <a:pPr lvl="0"/>
            <a:r>
              <a:rPr kumimoji="1" lang="en-US" altLang="ja-JP" dirty="0"/>
              <a:t>Click to add object</a:t>
            </a:r>
            <a:endParaRPr kumimoji="1" lang="ja-JP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F82B00-2742-9246-93A9-69359E0EAF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63" y="6369660"/>
            <a:ext cx="360000" cy="3600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11C2E68-B72B-584A-A3EE-BBDEE5A28D35}"/>
              </a:ext>
            </a:extLst>
          </p:cNvPr>
          <p:cNvSpPr txBox="1"/>
          <p:nvPr userDrawn="1"/>
        </p:nvSpPr>
        <p:spPr>
          <a:xfrm>
            <a:off x="11104119" y="6421350"/>
            <a:ext cx="764398" cy="2808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7624" tIns="47624" rIns="47624" bIns="47624" numCol="1" spcCol="38100" rtlCol="0" anchor="ctr">
            <a:spAutoFit/>
          </a:bodyPr>
          <a:lstStyle/>
          <a:p>
            <a:pPr marL="0" marR="0" indent="0" algn="r" defTabSz="54839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86CB4B4D-7CA3-9044-876B-883B54F8677D}" type="slidenum">
              <a:rPr lang="en-US" altLang="ja-JP" sz="1200" b="1" smtClean="0">
                <a:latin typeface="Rakuten Sans" panose="020B0503020203020204" pitchFamily="34" charset="0"/>
                <a:cs typeface="Rakuten Sans" panose="020B0503020203020204" pitchFamily="34" charset="0"/>
              </a:rPr>
              <a:pPr marL="0" marR="0" indent="0" algn="r" defTabSz="54839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ja-JP" altLang="en-US" sz="1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Rakuten Sans" panose="020B0503020203020204" pitchFamily="34" charset="0"/>
              <a:ea typeface="メイリオ" panose="020B0604030504040204" pitchFamily="50" charset="-128"/>
              <a:cs typeface="Rakuten Sans" panose="020B0503020203020204" pitchFamily="34" charset="0"/>
              <a:sym typeface="ヒラギノ角ゴ ProN W3"/>
            </a:endParaRPr>
          </a:p>
        </p:txBody>
      </p:sp>
    </p:spTree>
    <p:extLst>
      <p:ext uri="{BB962C8B-B14F-4D97-AF65-F5344CB8AC3E}">
        <p14:creationId xmlns:p14="http://schemas.microsoft.com/office/powerpoint/2010/main" val="25024430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g_red">
    <p:bg>
      <p:bgPr>
        <a:solidFill>
          <a:srgbClr val="082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F538C0-7990-6D05-AE03-8F74F01E04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5" name="Shape 45"/>
          <p:cNvSpPr>
            <a:spLocks noGrp="1"/>
          </p:cNvSpPr>
          <p:nvPr>
            <p:ph type="title" hasCustomPrompt="1"/>
          </p:nvPr>
        </p:nvSpPr>
        <p:spPr>
          <a:xfrm>
            <a:off x="334963" y="324000"/>
            <a:ext cx="11520000" cy="539667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rgbClr val="FFFFFF"/>
                </a:solidFill>
                <a:latin typeface="Rakuten Sans" panose="020B0503020203020204" pitchFamily="34" charset="0"/>
                <a:ea typeface="+mj-ea"/>
                <a:cs typeface="Rakuten Sans" panose="020B0503020203020204" pitchFamily="34" charset="0"/>
              </a:defRPr>
            </a:lvl1pPr>
          </a:lstStyle>
          <a:p>
            <a:r>
              <a:rPr lang="en-US" altLang="ja-JP" dirty="0"/>
              <a:t>Click to add title</a:t>
            </a:r>
            <a:endParaRPr dirty="0"/>
          </a:p>
        </p:txBody>
      </p:sp>
      <p:sp>
        <p:nvSpPr>
          <p:cNvPr id="6" name="コンテンツ プレースホルダー 2"/>
          <p:cNvSpPr>
            <a:spLocks noGrp="1"/>
          </p:cNvSpPr>
          <p:nvPr>
            <p:ph sz="quarter" idx="10" hasCustomPrompt="1"/>
          </p:nvPr>
        </p:nvSpPr>
        <p:spPr>
          <a:xfrm>
            <a:off x="336000" y="848385"/>
            <a:ext cx="11520000" cy="51612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800"/>
              </a:spcAft>
              <a:defRPr sz="1800" b="0" i="0" baseline="0">
                <a:solidFill>
                  <a:schemeClr val="tx1"/>
                </a:solidFill>
                <a:latin typeface="Rakuten Sans" panose="020B0503020203020204" pitchFamily="34" charset="0"/>
                <a:ea typeface="+mn-ea"/>
                <a:cs typeface="Rakuten Sans" panose="020B0503020203020204" pitchFamily="34" charset="0"/>
              </a:defRPr>
            </a:lvl1pPr>
            <a:lvl2pPr marL="360018" indent="-240012">
              <a:lnSpc>
                <a:spcPct val="100000"/>
              </a:lnSpc>
              <a:spcAft>
                <a:spcPts val="800"/>
              </a:spcAft>
              <a:defRPr sz="1600" baseline="0">
                <a:solidFill>
                  <a:schemeClr val="bg1"/>
                </a:solidFill>
                <a:latin typeface="+mn-ea"/>
                <a:ea typeface="+mn-ea"/>
              </a:defRPr>
            </a:lvl2pPr>
            <a:lvl3pPr marL="720036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3pPr>
            <a:lvl4pPr marL="1080054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4pPr>
            <a:lvl5pPr marL="1440072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5pPr>
            <a:lvl6pPr marL="1800090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6pPr>
            <a:lvl7pPr marL="2160108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7pPr>
            <a:lvl8pPr marL="2520126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8pPr>
            <a:lvl9pPr marL="2880144" indent="-240012">
              <a:lnSpc>
                <a:spcPct val="100000"/>
              </a:lnSpc>
              <a:spcAft>
                <a:spcPts val="800"/>
              </a:spcAft>
              <a:defRPr sz="1600">
                <a:solidFill>
                  <a:schemeClr val="bg1"/>
                </a:solidFill>
                <a:latin typeface="+mn-ea"/>
                <a:ea typeface="+mn-ea"/>
              </a:defRPr>
            </a:lvl9pPr>
          </a:lstStyle>
          <a:p>
            <a:pPr lvl="0"/>
            <a:r>
              <a:rPr kumimoji="1" lang="en-US" altLang="ja-JP" dirty="0"/>
              <a:t>Click to add object</a:t>
            </a:r>
            <a:endParaRPr kumimoji="1" lang="ja-JP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F82B00-2742-9246-93A9-69359E0EAF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63" y="6369660"/>
            <a:ext cx="360000" cy="3600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11C2E68-B72B-584A-A3EE-BBDEE5A28D35}"/>
              </a:ext>
            </a:extLst>
          </p:cNvPr>
          <p:cNvSpPr txBox="1"/>
          <p:nvPr userDrawn="1"/>
        </p:nvSpPr>
        <p:spPr>
          <a:xfrm>
            <a:off x="11104119" y="6421350"/>
            <a:ext cx="764398" cy="2808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7624" tIns="47624" rIns="47624" bIns="47624" numCol="1" spcCol="38100" rtlCol="0" anchor="ctr">
            <a:spAutoFit/>
          </a:bodyPr>
          <a:lstStyle/>
          <a:p>
            <a:pPr marL="0" marR="0" indent="0" algn="r" defTabSz="54839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86CB4B4D-7CA3-9044-876B-883B54F8677D}" type="slidenum">
              <a:rPr lang="en-US" altLang="ja-JP" sz="1200" b="1" smtClean="0">
                <a:latin typeface="Rakuten Sans" panose="020B0503020203020204" pitchFamily="34" charset="0"/>
                <a:cs typeface="Rakuten Sans" panose="020B0503020203020204" pitchFamily="34" charset="0"/>
              </a:rPr>
              <a:pPr marL="0" marR="0" indent="0" algn="r" defTabSz="54839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ja-JP" altLang="en-US" sz="1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Rakuten Sans" panose="020B0503020203020204" pitchFamily="34" charset="0"/>
              <a:ea typeface="メイリオ" panose="020B0604030504040204" pitchFamily="50" charset="-128"/>
              <a:cs typeface="Rakuten Sans" panose="020B0503020203020204" pitchFamily="34" charset="0"/>
              <a:sym typeface="ヒラギノ角ゴ ProN W3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A501C4-5D53-245D-DC83-CD9C7C082EAE}"/>
              </a:ext>
            </a:extLst>
          </p:cNvPr>
          <p:cNvSpPr/>
          <p:nvPr userDrawn="1"/>
        </p:nvSpPr>
        <p:spPr>
          <a:xfrm>
            <a:off x="10285393" y="0"/>
            <a:ext cx="1787787" cy="1539482"/>
          </a:xfrm>
          <a:prstGeom prst="rect">
            <a:avLst/>
          </a:prstGeom>
          <a:solidFill>
            <a:srgbClr val="AF31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15603706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Custom Layout">
  <p:cSld name="1_Custom Layou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262908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 userDrawn="1"/>
        </p:nvSpPr>
        <p:spPr>
          <a:xfrm>
            <a:off x="0" y="-1"/>
            <a:ext cx="12192000" cy="565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i="0">
              <a:latin typeface="Rakuten Sans" panose="020B0503020203020204" pitchFamily="34" charset="0"/>
              <a:cs typeface="Rakuten Sans" panose="020B0503020203020204" pitchFamily="34" charset="0"/>
            </a:endParaRPr>
          </a:p>
        </p:txBody>
      </p:sp>
      <p:pic>
        <p:nvPicPr>
          <p:cNvPr id="15" name="Picture 5">
            <a:extLst>
              <a:ext uri="{FF2B5EF4-FFF2-40B4-BE49-F238E27FC236}">
                <a16:creationId xmlns:a16="http://schemas.microsoft.com/office/drawing/2014/main" id="{97C0AEEE-698E-F348-89FD-E33AED85BF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5838625"/>
            <a:ext cx="2356362" cy="864000"/>
          </a:xfrm>
          <a:prstGeom prst="rect">
            <a:avLst/>
          </a:prstGeom>
        </p:spPr>
      </p:pic>
      <p:sp>
        <p:nvSpPr>
          <p:cNvPr id="7" name="Shape 16"/>
          <p:cNvSpPr>
            <a:spLocks noGrp="1"/>
          </p:cNvSpPr>
          <p:nvPr>
            <p:ph type="title" hasCustomPrompt="1"/>
          </p:nvPr>
        </p:nvSpPr>
        <p:spPr>
          <a:xfrm>
            <a:off x="1079999" y="1365250"/>
            <a:ext cx="10052457" cy="144564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900" b="1" i="0" baseline="0">
                <a:solidFill>
                  <a:srgbClr val="FFFFFF"/>
                </a:solidFill>
                <a:latin typeface="+mj-ea"/>
                <a:ea typeface="+mj-ea"/>
                <a:cs typeface="Rakuten Sans" panose="020B0503020203020204" pitchFamily="34" charset="0"/>
              </a:defRPr>
            </a:lvl1pPr>
          </a:lstStyle>
          <a:p>
            <a:r>
              <a:rPr kumimoji="1" lang="en-US" altLang="ja-JP" dirty="0"/>
              <a:t>R-Style template</a:t>
            </a:r>
            <a:r>
              <a:rPr lang="en-US" altLang="ja-JP" dirty="0"/>
              <a:t> v5.1</a:t>
            </a:r>
            <a:endParaRPr dirty="0"/>
          </a:p>
        </p:txBody>
      </p:sp>
      <p:sp>
        <p:nvSpPr>
          <p:cNvPr id="8" name="コンテンツ プレースホルダー 4"/>
          <p:cNvSpPr>
            <a:spLocks noGrp="1"/>
          </p:cNvSpPr>
          <p:nvPr>
            <p:ph sz="quarter" idx="12" hasCustomPrompt="1"/>
          </p:nvPr>
        </p:nvSpPr>
        <p:spPr>
          <a:xfrm>
            <a:off x="1080000" y="3107530"/>
            <a:ext cx="4170488" cy="1592068"/>
          </a:xfrm>
          <a:prstGeom prst="rect">
            <a:avLst/>
          </a:prstGeom>
        </p:spPr>
        <p:txBody>
          <a:bodyPr/>
          <a:lstStyle>
            <a:lvl1pPr marL="0" marR="0" indent="0" algn="l" defTabSz="30847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2200" b="1" i="0" baseline="0">
                <a:solidFill>
                  <a:schemeClr val="bg1"/>
                </a:solidFill>
                <a:latin typeface="+mn-ea"/>
                <a:ea typeface="+mn-ea"/>
                <a:cs typeface="Rakuten Sans" panose="020B0503020203020204" pitchFamily="34" charset="0"/>
              </a:defRPr>
            </a:lvl1pPr>
          </a:lstStyle>
          <a:p>
            <a:pPr lvl="0"/>
            <a:r>
              <a:rPr lang="en-US" altLang="ja-JP" dirty="0"/>
              <a:t>September 10th, 2025</a:t>
            </a:r>
            <a:br>
              <a:rPr lang="en-US" altLang="ja-JP" dirty="0"/>
            </a:br>
            <a:r>
              <a:rPr lang="en-US" altLang="ja-JP" dirty="0"/>
              <a:t>Rakuten Taro</a:t>
            </a:r>
            <a:br>
              <a:rPr lang="en-US" altLang="ja-JP" dirty="0"/>
            </a:br>
            <a:r>
              <a:rPr lang="en-US" altLang="ja-JP" dirty="0" err="1"/>
              <a:t>xxxxx</a:t>
            </a:r>
            <a:r>
              <a:rPr lang="en-US" altLang="ja-JP" dirty="0"/>
              <a:t>. Dept.</a:t>
            </a:r>
            <a:br>
              <a:rPr lang="en-US" altLang="ja-JP" dirty="0"/>
            </a:br>
            <a:r>
              <a:rPr lang="en-US" altLang="ja-JP" dirty="0"/>
              <a:t>Rakuten Group, Inc.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69431599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title" hasCustomPrompt="1"/>
          </p:nvPr>
        </p:nvSpPr>
        <p:spPr>
          <a:xfrm>
            <a:off x="334964" y="324000"/>
            <a:ext cx="11520000" cy="5396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>
                <a:latin typeface="+mj-ea"/>
                <a:ea typeface="+mj-ea"/>
              </a:defRPr>
            </a:lvl1pPr>
          </a:lstStyle>
          <a:p>
            <a:r>
              <a:rPr lang="en-US" altLang="ja-JP" dirty="0"/>
              <a:t>Click to add title</a:t>
            </a:r>
            <a:endParaRPr dirty="0"/>
          </a:p>
        </p:txBody>
      </p:sp>
      <p:sp>
        <p:nvSpPr>
          <p:cNvPr id="11" name="テキスト ボックス 10"/>
          <p:cNvSpPr txBox="1"/>
          <p:nvPr userDrawn="1"/>
        </p:nvSpPr>
        <p:spPr>
          <a:xfrm>
            <a:off x="11104119" y="6444433"/>
            <a:ext cx="764398" cy="2346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7624" tIns="47624" rIns="47624" bIns="47624" numCol="1" spcCol="38100" rtlCol="0" anchor="ctr">
            <a:spAutoFit/>
          </a:bodyPr>
          <a:lstStyle/>
          <a:p>
            <a:pPr marL="0" marR="0" indent="0" algn="r" defTabSz="54839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86CB4B4D-7CA3-9044-876B-883B54F8677D}" type="slidenum">
              <a:rPr lang="en-US" altLang="ja-JP" sz="900" b="1" smtClean="0">
                <a:latin typeface="Rakuten Sans JP" panose="020B0400000000000000" pitchFamily="34" charset="-128"/>
                <a:ea typeface="Rakuten Sans JP" panose="020B0400000000000000" pitchFamily="34" charset="-128"/>
                <a:cs typeface="Rakuten Sans" panose="020B0503020203020204" pitchFamily="34" charset="0"/>
              </a:rPr>
              <a:pPr marL="0" marR="0" indent="0" algn="r" defTabSz="54839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ja-JP" altLang="en-US" sz="9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Rakuten Sans JP" panose="020B0400000000000000" pitchFamily="34" charset="-128"/>
              <a:ea typeface="Rakuten Sans JP" panose="020B0400000000000000" pitchFamily="34" charset="-128"/>
              <a:cs typeface="Rakuten Sans" panose="020B0503020203020204" pitchFamily="34" charset="0"/>
              <a:sym typeface="ヒラギノ角ゴ ProN W3"/>
            </a:endParaRPr>
          </a:p>
        </p:txBody>
      </p:sp>
      <p:sp>
        <p:nvSpPr>
          <p:cNvPr id="9" name="コンテンツ プレースホルダー 2"/>
          <p:cNvSpPr>
            <a:spLocks noGrp="1"/>
          </p:cNvSpPr>
          <p:nvPr userDrawn="1">
            <p:ph sz="quarter" idx="10" hasCustomPrompt="1"/>
          </p:nvPr>
        </p:nvSpPr>
        <p:spPr>
          <a:xfrm>
            <a:off x="334965" y="1028859"/>
            <a:ext cx="11520000" cy="51612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800"/>
              </a:spcAft>
              <a:defRPr sz="1650" b="0" i="0" baseline="0">
                <a:latin typeface="+mn-ea"/>
                <a:ea typeface="+mn-ea"/>
                <a:cs typeface="Rakuten Sans" panose="020B0503020203020204" pitchFamily="34" charset="0"/>
              </a:defRPr>
            </a:lvl1pPr>
            <a:lvl2pPr marL="360018" indent="-240012">
              <a:lnSpc>
                <a:spcPct val="100000"/>
              </a:lnSpc>
              <a:spcAft>
                <a:spcPts val="800"/>
              </a:spcAft>
              <a:defRPr sz="1600" baseline="0">
                <a:latin typeface="+mn-ea"/>
                <a:ea typeface="+mn-ea"/>
              </a:defRPr>
            </a:lvl2pPr>
            <a:lvl3pPr marL="72003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3pPr>
            <a:lvl4pPr marL="108005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4pPr>
            <a:lvl5pPr marL="1440072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5pPr>
            <a:lvl6pPr marL="1800090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6pPr>
            <a:lvl7pPr marL="2160108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7pPr>
            <a:lvl8pPr marL="252012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8pPr>
            <a:lvl9pPr marL="288014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9pPr>
          </a:lstStyle>
          <a:p>
            <a:pPr lvl="0"/>
            <a:r>
              <a:rPr kumimoji="1" lang="en-US" altLang="ja-JP" dirty="0"/>
              <a:t>Click to add object</a:t>
            </a:r>
            <a:endParaRPr kumimoji="1" lang="ja-JP" altLang="en-US" dirty="0"/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43714FD7-6AD5-1B4C-95BA-BB0FB7D2AE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6369660"/>
            <a:ext cx="360000" cy="3600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42D36E6B-78DC-2CE2-15DF-0F5E075E00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641" y="6491568"/>
            <a:ext cx="1322766" cy="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66578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a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>
            <a:extLst>
              <a:ext uri="{FF2B5EF4-FFF2-40B4-BE49-F238E27FC236}">
                <a16:creationId xmlns:a16="http://schemas.microsoft.com/office/drawing/2014/main" id="{43714FD7-6AD5-1B4C-95BA-BB0FB7D2AE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6369660"/>
            <a:ext cx="360000" cy="360000"/>
          </a:xfrm>
          <a:prstGeom prst="rect">
            <a:avLst/>
          </a:prstGeom>
        </p:spPr>
      </p:pic>
      <p:sp>
        <p:nvSpPr>
          <p:cNvPr id="2" name="Shape 25">
            <a:extLst>
              <a:ext uri="{FF2B5EF4-FFF2-40B4-BE49-F238E27FC236}">
                <a16:creationId xmlns:a16="http://schemas.microsoft.com/office/drawing/2014/main" id="{836191B5-690A-821D-4318-9321E90858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324000"/>
            <a:ext cx="11520000" cy="5396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>
                <a:latin typeface="+mj-ea"/>
                <a:ea typeface="+mj-ea"/>
              </a:defRPr>
            </a:lvl1pPr>
          </a:lstStyle>
          <a:p>
            <a:r>
              <a:rPr lang="en-US" altLang="ja-JP" dirty="0"/>
              <a:t>Click to add title</a:t>
            </a:r>
            <a:endParaRPr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C4FFFF-9351-912E-DC2E-A8BBCB41F0F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4965" y="1028859"/>
            <a:ext cx="11520000" cy="51612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800"/>
              </a:spcAft>
              <a:defRPr sz="1650" b="0" i="0" baseline="0">
                <a:latin typeface="+mn-ea"/>
                <a:ea typeface="+mn-ea"/>
                <a:cs typeface="Rakuten Sans" panose="020B0503020203020204" pitchFamily="34" charset="0"/>
              </a:defRPr>
            </a:lvl1pPr>
            <a:lvl2pPr marL="360018" indent="-240012">
              <a:lnSpc>
                <a:spcPct val="100000"/>
              </a:lnSpc>
              <a:spcAft>
                <a:spcPts val="800"/>
              </a:spcAft>
              <a:defRPr sz="1600" baseline="0">
                <a:latin typeface="+mn-ea"/>
                <a:ea typeface="+mn-ea"/>
              </a:defRPr>
            </a:lvl2pPr>
            <a:lvl3pPr marL="72003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3pPr>
            <a:lvl4pPr marL="108005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4pPr>
            <a:lvl5pPr marL="1440072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5pPr>
            <a:lvl6pPr marL="1800090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6pPr>
            <a:lvl7pPr marL="2160108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7pPr>
            <a:lvl8pPr marL="252012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8pPr>
            <a:lvl9pPr marL="288014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9pPr>
          </a:lstStyle>
          <a:p>
            <a:pPr lvl="0"/>
            <a:r>
              <a:rPr kumimoji="1" lang="en-US" altLang="ja-JP" dirty="0"/>
              <a:t>Click to add object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9BABC48-94B1-D91F-BD59-EB74F9FED065}"/>
              </a:ext>
            </a:extLst>
          </p:cNvPr>
          <p:cNvSpPr txBox="1"/>
          <p:nvPr userDrawn="1"/>
        </p:nvSpPr>
        <p:spPr>
          <a:xfrm>
            <a:off x="11104119" y="6444433"/>
            <a:ext cx="764398" cy="2346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7624" tIns="47624" rIns="47624" bIns="47624" numCol="1" spcCol="38100" rtlCol="0" anchor="ctr">
            <a:spAutoFit/>
          </a:bodyPr>
          <a:lstStyle/>
          <a:p>
            <a:pPr marL="0" marR="0" indent="0" algn="r" defTabSz="54839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86CB4B4D-7CA3-9044-876B-883B54F8677D}" type="slidenum">
              <a:rPr lang="en-US" altLang="ja-JP" sz="900" b="1" smtClean="0">
                <a:latin typeface="Rakuten Sans JP" panose="020B0400000000000000" pitchFamily="34" charset="-128"/>
                <a:ea typeface="Rakuten Sans JP" panose="020B0400000000000000" pitchFamily="34" charset="-128"/>
                <a:cs typeface="Rakuten Sans" panose="020B0503020203020204" pitchFamily="34" charset="0"/>
              </a:rPr>
              <a:pPr marL="0" marR="0" indent="0" algn="r" defTabSz="54839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ja-JP" altLang="en-US" sz="9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Rakuten Sans JP" panose="020B0400000000000000" pitchFamily="34" charset="-128"/>
              <a:ea typeface="Rakuten Sans JP" panose="020B0400000000000000" pitchFamily="34" charset="-128"/>
              <a:cs typeface="Rakuten Sans" panose="020B0503020203020204" pitchFamily="34" charset="0"/>
              <a:sym typeface="ヒラギノ角ゴ ProN W3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CC55CA2-5C04-BF9D-7793-E7855012B8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641" y="6491568"/>
            <a:ext cx="1322766" cy="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55442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d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AF82B00-2742-9246-93A9-69359E0EAF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6369660"/>
            <a:ext cx="360000" cy="360000"/>
          </a:xfrm>
          <a:prstGeom prst="rect">
            <a:avLst/>
          </a:prstGeom>
        </p:spPr>
      </p:pic>
      <p:sp>
        <p:nvSpPr>
          <p:cNvPr id="2" name="Shape 25">
            <a:extLst>
              <a:ext uri="{FF2B5EF4-FFF2-40B4-BE49-F238E27FC236}">
                <a16:creationId xmlns:a16="http://schemas.microsoft.com/office/drawing/2014/main" id="{68F4C3EC-02F9-4BA9-9464-483CD6333E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324000"/>
            <a:ext cx="11520000" cy="5396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en-US" altLang="ja-JP" dirty="0"/>
              <a:t>Click to add title</a:t>
            </a:r>
            <a:endParaRPr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6266B2-86B9-C065-F581-C76F38D687C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4965" y="1028859"/>
            <a:ext cx="11520000" cy="51612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800"/>
              </a:spcAft>
              <a:defRPr sz="1650" b="0" i="0" baseline="0">
                <a:solidFill>
                  <a:schemeClr val="tx1"/>
                </a:solidFill>
                <a:latin typeface="+mn-ea"/>
                <a:ea typeface="+mn-ea"/>
                <a:cs typeface="Rakuten Sans" panose="020B0503020203020204" pitchFamily="34" charset="0"/>
              </a:defRPr>
            </a:lvl1pPr>
            <a:lvl2pPr marL="360018" indent="-240012">
              <a:lnSpc>
                <a:spcPct val="100000"/>
              </a:lnSpc>
              <a:spcAft>
                <a:spcPts val="800"/>
              </a:spcAft>
              <a:defRPr sz="1600" baseline="0">
                <a:latin typeface="+mn-ea"/>
                <a:ea typeface="+mn-ea"/>
              </a:defRPr>
            </a:lvl2pPr>
            <a:lvl3pPr marL="72003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3pPr>
            <a:lvl4pPr marL="108005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4pPr>
            <a:lvl5pPr marL="1440072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5pPr>
            <a:lvl6pPr marL="1800090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6pPr>
            <a:lvl7pPr marL="2160108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7pPr>
            <a:lvl8pPr marL="252012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8pPr>
            <a:lvl9pPr marL="288014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9pPr>
          </a:lstStyle>
          <a:p>
            <a:pPr lvl="0"/>
            <a:r>
              <a:rPr kumimoji="1" lang="en-US" altLang="ja-JP" dirty="0"/>
              <a:t>Click to add object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E3E9749-103F-57F9-0F50-6913782A0F5B}"/>
              </a:ext>
            </a:extLst>
          </p:cNvPr>
          <p:cNvSpPr txBox="1"/>
          <p:nvPr userDrawn="1"/>
        </p:nvSpPr>
        <p:spPr>
          <a:xfrm>
            <a:off x="11104119" y="6444433"/>
            <a:ext cx="764398" cy="2346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7624" tIns="47624" rIns="47624" bIns="47624" numCol="1" spcCol="38100" rtlCol="0" anchor="ctr">
            <a:spAutoFit/>
          </a:bodyPr>
          <a:lstStyle/>
          <a:p>
            <a:pPr marL="0" marR="0" indent="0" algn="r" defTabSz="54839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86CB4B4D-7CA3-9044-876B-883B54F8677D}" type="slidenum">
              <a:rPr lang="en-US" altLang="ja-JP" sz="900" b="1" smtClean="0">
                <a:latin typeface="Rakuten Sans JP" panose="020B0400000000000000" pitchFamily="34" charset="-128"/>
                <a:ea typeface="Rakuten Sans JP" panose="020B0400000000000000" pitchFamily="34" charset="-128"/>
                <a:cs typeface="Rakuten Sans" panose="020B0503020203020204" pitchFamily="34" charset="0"/>
              </a:rPr>
              <a:pPr marL="0" marR="0" indent="0" algn="r" defTabSz="54839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ja-JP" altLang="en-US" sz="9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Rakuten Sans JP" panose="020B0400000000000000" pitchFamily="34" charset="-128"/>
              <a:ea typeface="Rakuten Sans JP" panose="020B0400000000000000" pitchFamily="34" charset="-128"/>
              <a:cs typeface="Rakuten Sans" panose="020B0503020203020204" pitchFamily="34" charset="0"/>
              <a:sym typeface="ヒラギノ角ゴ ProN W3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2886ED6B-A601-4C9A-FEAA-1F7C60A6E4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642" y="6491568"/>
            <a:ext cx="1322765" cy="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458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/>
          </p:cNvSpPr>
          <p:nvPr>
            <p:ph type="pic" idx="13" hasCustomPrompt="1"/>
          </p:nvPr>
        </p:nvSpPr>
        <p:spPr>
          <a:xfrm>
            <a:off x="1" y="0"/>
            <a:ext cx="12193587" cy="6858000"/>
          </a:xfrm>
          <a:prstGeom prst="rect">
            <a:avLst/>
          </a:prstGeom>
        </p:spPr>
        <p:txBody>
          <a:bodyPr lIns="91439" tIns="45719" rIns="91439" bIns="45719" anchor="ctr">
            <a:noAutofit/>
          </a:bodyPr>
          <a:lstStyle>
            <a:lvl1pPr algn="ctr">
              <a:defRPr sz="2200" b="1">
                <a:latin typeface="+mn-ea"/>
                <a:ea typeface="+mn-ea"/>
              </a:defRPr>
            </a:lvl1pPr>
          </a:lstStyle>
          <a:p>
            <a:r>
              <a:rPr lang="en-US" altLang="ja-JP" dirty="0"/>
              <a:t>Click icon to add full image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9481728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Back 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97C0AEEE-698E-F348-89FD-E33AED85BF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794" y="2843942"/>
            <a:ext cx="304800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649798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Back Cover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F90AA9F3-25D2-9D4A-8350-BF8D3E2B06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794" y="2843942"/>
            <a:ext cx="304800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6444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g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ja-JP" dirty="0"/>
              <a:t>Click to add title</a:t>
            </a:r>
            <a:endParaRPr dirty="0"/>
          </a:p>
        </p:txBody>
      </p:sp>
      <p:sp>
        <p:nvSpPr>
          <p:cNvPr id="11" name="テキスト ボックス 10"/>
          <p:cNvSpPr txBox="1"/>
          <p:nvPr userDrawn="1"/>
        </p:nvSpPr>
        <p:spPr>
          <a:xfrm>
            <a:off x="11104119" y="6377806"/>
            <a:ext cx="764398" cy="2808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7624" tIns="47624" rIns="47624" bIns="47624" numCol="1" spcCol="38100" rtlCol="0" anchor="ctr">
            <a:spAutoFit/>
          </a:bodyPr>
          <a:lstStyle/>
          <a:p>
            <a:pPr marL="0" marR="0" indent="0" algn="r" defTabSz="54839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86CB4B4D-7CA3-9044-876B-883B54F8677D}" type="slidenum">
              <a:rPr lang="en-US" altLang="ja-JP" sz="1200" b="1" smtClean="0">
                <a:latin typeface="+mn-lt"/>
              </a:rPr>
              <a:pPr marL="0" marR="0" indent="0" algn="r" defTabSz="54839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ja-JP" altLang="en-US" sz="1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メイリオ" panose="020B0604030504040204" pitchFamily="50" charset="-128"/>
              <a:cs typeface="メイリオ" panose="020B0604030504040204" pitchFamily="50" charset="-128"/>
              <a:sym typeface="ヒラギノ角ゴ ProN W3"/>
            </a:endParaRPr>
          </a:p>
        </p:txBody>
      </p:sp>
      <p:sp>
        <p:nvSpPr>
          <p:cNvPr id="9" name="コンテンツ プレースホルダー 2"/>
          <p:cNvSpPr>
            <a:spLocks noGrp="1"/>
          </p:cNvSpPr>
          <p:nvPr userDrawn="1">
            <p:ph sz="quarter" idx="10" hasCustomPrompt="1"/>
          </p:nvPr>
        </p:nvSpPr>
        <p:spPr>
          <a:xfrm>
            <a:off x="334965" y="1028859"/>
            <a:ext cx="11522073" cy="51612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800"/>
              </a:spcAft>
              <a:defRPr sz="1867" baseline="0">
                <a:latin typeface="+mn-lt"/>
                <a:ea typeface="+mn-ea"/>
              </a:defRPr>
            </a:lvl1pPr>
            <a:lvl2pPr marL="360018" indent="-240012">
              <a:lnSpc>
                <a:spcPct val="100000"/>
              </a:lnSpc>
              <a:spcAft>
                <a:spcPts val="800"/>
              </a:spcAft>
              <a:defRPr sz="1600" baseline="0">
                <a:latin typeface="+mn-ea"/>
                <a:ea typeface="+mn-ea"/>
              </a:defRPr>
            </a:lvl2pPr>
            <a:lvl3pPr marL="72003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3pPr>
            <a:lvl4pPr marL="108005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4pPr>
            <a:lvl5pPr marL="1440072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5pPr>
            <a:lvl6pPr marL="1800090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6pPr>
            <a:lvl7pPr marL="2160108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7pPr>
            <a:lvl8pPr marL="2520126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8pPr>
            <a:lvl9pPr marL="2880144" indent="-240012">
              <a:lnSpc>
                <a:spcPct val="100000"/>
              </a:lnSpc>
              <a:spcAft>
                <a:spcPts val="800"/>
              </a:spcAft>
              <a:defRPr sz="1600">
                <a:latin typeface="+mn-ea"/>
                <a:ea typeface="+mn-ea"/>
              </a:defRPr>
            </a:lvl9pPr>
          </a:lstStyle>
          <a:p>
            <a:pPr lvl="0"/>
            <a:r>
              <a:rPr kumimoji="1" lang="en-US" altLang="ja-JP" dirty="0"/>
              <a:t>Click to add object</a:t>
            </a:r>
            <a:endParaRPr kumimoji="1" lang="ja-JP" altLang="en-US" dirty="0"/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43714FD7-6AD5-1B4C-95BA-BB0FB7D2AE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63" y="6369660"/>
            <a:ext cx="360000" cy="3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404480E4-B7CB-DF41-9A5B-A9E024ED7FA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4500" y="6457555"/>
            <a:ext cx="1436150" cy="1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85191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9.xml"/><Relationship Id="rId9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A94488-E415-CA25-D37C-0C4AD389B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E3B60-7AD5-BB8B-0B55-DFDD327A0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6CA80-4F2A-F5A2-C201-6844C14B07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bg1"/>
                </a:solidFill>
                <a:latin typeface="Rakuten Sans JP" panose="020B0400000000000000" pitchFamily="34" charset="-128"/>
              </a:defRPr>
            </a:lvl1pPr>
          </a:lstStyle>
          <a:p>
            <a:fld id="{6D690701-4BC2-AA41-95FD-4A7181165751}" type="datetimeFigureOut">
              <a:rPr lang="en-US" smtClean="0"/>
              <a:pPr/>
              <a:t>10/12/26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90A602B-6485-1B77-ACBA-D971203DF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Rakuten Sans JP" panose="020B0400000000000000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1D67AE9-9515-ADAD-295F-512AE25A43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Rakuten Sans JP" panose="020B0400000000000000" pitchFamily="34" charset="-128"/>
              </a:defRPr>
            </a:lvl1pPr>
          </a:lstStyle>
          <a:p>
            <a:fld id="{A21DE8DC-36C7-534F-87D7-3BA1499B416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476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6" r:id="rId2"/>
    <p:sldLayoutId id="2147483664" r:id="rId3"/>
    <p:sldLayoutId id="2147483667" r:id="rId4"/>
    <p:sldLayoutId id="2147483726" r:id="rId5"/>
    <p:sldLayoutId id="2147483682" r:id="rId6"/>
    <p:sldLayoutId id="2147483683" r:id="rId7"/>
    <p:sldLayoutId id="2147483684" r:id="rId8"/>
    <p:sldLayoutId id="2147483680" r:id="rId9"/>
    <p:sldLayoutId id="2147483689" r:id="rId10"/>
    <p:sldLayoutId id="2147483687" r:id="rId11"/>
    <p:sldLayoutId id="2147483688" r:id="rId12"/>
  </p:sldLayoutIdLst>
  <p:transition spd="med"/>
  <p:hf hdr="0" ftr="0" dt="0"/>
  <p:txStyles>
    <p:titleStyle>
      <a:lvl1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chemeClr val="bg1"/>
          </a:solidFill>
          <a:uFillTx/>
          <a:latin typeface="Rakuten Sans JP" panose="020B0400000000000000" pitchFamily="34" charset="-128"/>
          <a:ea typeface="+mj-ea"/>
          <a:cs typeface="+mj-cs"/>
          <a:sym typeface="メイリオ"/>
        </a:defRPr>
      </a:lvl1pPr>
      <a:lvl2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2pPr>
      <a:lvl3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3pPr>
      <a:lvl4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4pPr>
      <a:lvl5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5pPr>
      <a:lvl6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6pPr>
      <a:lvl7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7pPr>
      <a:lvl8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8pPr>
      <a:lvl9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9pPr>
    </p:titleStyle>
    <p:bodyStyle>
      <a:lvl1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chemeClr val="bg1"/>
          </a:solidFill>
          <a:uFillTx/>
          <a:latin typeface="Rakuten Sans JP" panose="020B0400000000000000" pitchFamily="34" charset="-128"/>
          <a:ea typeface="+mn-ea"/>
          <a:cs typeface="+mj-cs"/>
          <a:sym typeface="メイリオ"/>
        </a:defRPr>
      </a:lvl1pPr>
      <a:lvl2pPr marL="464374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chemeClr val="bg1"/>
          </a:solidFill>
          <a:uFillTx/>
          <a:latin typeface="Rakuten Sans JP" panose="020B0400000000000000" pitchFamily="34" charset="-128"/>
          <a:ea typeface="+mn-ea"/>
          <a:cs typeface="+mj-cs"/>
          <a:sym typeface="メイリオ"/>
        </a:defRPr>
      </a:lvl2pPr>
      <a:lvl3pPr marL="631073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chemeClr val="bg1"/>
          </a:solidFill>
          <a:uFillTx/>
          <a:latin typeface="Rakuten Sans JP" panose="020B0400000000000000" pitchFamily="34" charset="-128"/>
          <a:ea typeface="+mn-ea"/>
          <a:cs typeface="+mj-cs"/>
          <a:sym typeface="メイリオ"/>
        </a:defRPr>
      </a:lvl3pPr>
      <a:lvl4pPr marL="797772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chemeClr val="bg1"/>
          </a:solidFill>
          <a:uFillTx/>
          <a:latin typeface="Rakuten Sans JP" panose="020B0400000000000000" pitchFamily="34" charset="-128"/>
          <a:ea typeface="+mn-ea"/>
          <a:cs typeface="+mj-cs"/>
          <a:sym typeface="メイリオ"/>
        </a:defRPr>
      </a:lvl4pPr>
      <a:lvl5pPr marL="964470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chemeClr val="bg1"/>
          </a:solidFill>
          <a:uFillTx/>
          <a:latin typeface="Rakuten Sans JP" panose="020B0400000000000000" pitchFamily="34" charset="-128"/>
          <a:ea typeface="+mn-ea"/>
          <a:cs typeface="+mj-cs"/>
          <a:sym typeface="メイリオ"/>
        </a:defRPr>
      </a:lvl5pPr>
      <a:lvl6pPr marL="1131169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6pPr>
      <a:lvl7pPr marL="1297868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7pPr>
      <a:lvl8pPr marL="1464566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8pPr>
      <a:lvl9pPr marL="1631265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9pPr>
    </p:bodyStyle>
    <p:otherStyle>
      <a:lvl1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1pPr>
      <a:lvl2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2pPr>
      <a:lvl3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3pPr>
      <a:lvl4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4pPr>
      <a:lvl5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5pPr>
      <a:lvl6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6pPr>
      <a:lvl7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7pPr>
      <a:lvl8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8pPr>
      <a:lvl9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8">
          <p15:clr>
            <a:srgbClr val="F26B43"/>
          </p15:clr>
        </p15:guide>
        <p15:guide id="2" pos="211">
          <p15:clr>
            <a:srgbClr val="F26B43"/>
          </p15:clr>
        </p15:guide>
        <p15:guide id="3" pos="7469">
          <p15:clr>
            <a:srgbClr val="F26B43"/>
          </p15:clr>
        </p15:guide>
        <p15:guide id="4" orient="horz" pos="389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334964" y="324000"/>
            <a:ext cx="11522074" cy="53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6" tIns="71436" rIns="71436" bIns="71436" anchor="ctr">
            <a:normAutofit/>
          </a:bodyPr>
          <a:lstStyle/>
          <a:p>
            <a:r>
              <a:rPr lang="en-US" dirty="0"/>
              <a:t>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7109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700" r:id="rId8"/>
    <p:sldLayoutId id="2147483702" r:id="rId9"/>
  </p:sldLayoutIdLst>
  <p:transition spd="med"/>
  <p:hf hdr="0" ftr="0" dt="0"/>
  <p:txStyles>
    <p:titleStyle>
      <a:lvl1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200" b="1" i="0" u="none" strike="noStrike" cap="none" spc="0" baseline="0">
          <a:ln>
            <a:noFill/>
          </a:ln>
          <a:solidFill>
            <a:srgbClr val="000000"/>
          </a:solidFill>
          <a:uFillTx/>
          <a:latin typeface="Rakuten Sans JP" panose="020B0400000000000000" pitchFamily="34" charset="-128"/>
          <a:ea typeface="Rakuten Sans JP" panose="020B0400000000000000" pitchFamily="34" charset="-128"/>
          <a:cs typeface="Rakuten Sans" panose="020B0503020203020204" pitchFamily="34" charset="0"/>
          <a:sym typeface="メイリオ"/>
        </a:defRPr>
      </a:lvl1pPr>
      <a:lvl2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2pPr>
      <a:lvl3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3pPr>
      <a:lvl4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4pPr>
      <a:lvl5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5pPr>
      <a:lvl6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6pPr>
      <a:lvl7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7pPr>
      <a:lvl8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8pPr>
      <a:lvl9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9pPr>
    </p:titleStyle>
    <p:bodyStyle>
      <a:lvl1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1pPr>
      <a:lvl2pPr marL="464374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2pPr>
      <a:lvl3pPr marL="631073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3pPr>
      <a:lvl4pPr marL="797772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4pPr>
      <a:lvl5pPr marL="964470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5pPr>
      <a:lvl6pPr marL="1131169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6pPr>
      <a:lvl7pPr marL="1297868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7pPr>
      <a:lvl8pPr marL="1464566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8pPr>
      <a:lvl9pPr marL="1631265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9pPr>
    </p:bodyStyle>
    <p:otherStyle>
      <a:lvl1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1pPr>
      <a:lvl2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2pPr>
      <a:lvl3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3pPr>
      <a:lvl4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4pPr>
      <a:lvl5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5pPr>
      <a:lvl6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6pPr>
      <a:lvl7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7pPr>
      <a:lvl8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8pPr>
      <a:lvl9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8">
          <p15:clr>
            <a:srgbClr val="F26B43"/>
          </p15:clr>
        </p15:guide>
        <p15:guide id="2" pos="211">
          <p15:clr>
            <a:srgbClr val="F26B43"/>
          </p15:clr>
        </p15:guide>
        <p15:guide id="3" pos="7469">
          <p15:clr>
            <a:srgbClr val="F26B43"/>
          </p15:clr>
        </p15:guide>
        <p15:guide id="4" orient="horz" pos="389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334964" y="324000"/>
            <a:ext cx="11522074" cy="53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6" tIns="71436" rIns="71436" bIns="71436" anchor="ctr">
            <a:normAutofit/>
          </a:bodyPr>
          <a:lstStyle/>
          <a:p>
            <a:r>
              <a:rPr lang="en-US" dirty="0"/>
              <a:t>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3653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6" r:id="rId10"/>
  </p:sldLayoutIdLst>
  <p:transition spd="med"/>
  <p:hf hdr="0" ftr="0" dt="0"/>
  <p:txStyles>
    <p:titleStyle>
      <a:lvl1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600" b="1" i="0" u="none" strike="noStrike" cap="none" spc="0" baseline="0">
          <a:ln>
            <a:noFill/>
          </a:ln>
          <a:solidFill>
            <a:srgbClr val="000000"/>
          </a:solidFill>
          <a:uFillTx/>
          <a:latin typeface="Rakuten Sans" panose="020B0503020203020204" pitchFamily="34" charset="0"/>
          <a:ea typeface="+mj-ea"/>
          <a:cs typeface="Rakuten Sans" panose="020B0503020203020204" pitchFamily="34" charset="0"/>
          <a:sym typeface="メイリオ"/>
        </a:defRPr>
      </a:lvl1pPr>
      <a:lvl2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2pPr>
      <a:lvl3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3pPr>
      <a:lvl4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4pPr>
      <a:lvl5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5pPr>
      <a:lvl6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6pPr>
      <a:lvl7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7pPr>
      <a:lvl8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8pPr>
      <a:lvl9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9pPr>
    </p:titleStyle>
    <p:bodyStyle>
      <a:lvl1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1pPr>
      <a:lvl2pPr marL="464374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2pPr>
      <a:lvl3pPr marL="631073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3pPr>
      <a:lvl4pPr marL="797772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4pPr>
      <a:lvl5pPr marL="964470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5pPr>
      <a:lvl6pPr marL="1131169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6pPr>
      <a:lvl7pPr marL="1297868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7pPr>
      <a:lvl8pPr marL="1464566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8pPr>
      <a:lvl9pPr marL="1631265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9pPr>
    </p:bodyStyle>
    <p:otherStyle>
      <a:lvl1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1pPr>
      <a:lvl2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2pPr>
      <a:lvl3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3pPr>
      <a:lvl4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4pPr>
      <a:lvl5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5pPr>
      <a:lvl6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6pPr>
      <a:lvl7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7pPr>
      <a:lvl8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8pPr>
      <a:lvl9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8">
          <p15:clr>
            <a:srgbClr val="F26B43"/>
          </p15:clr>
        </p15:guide>
        <p15:guide id="2" pos="211">
          <p15:clr>
            <a:srgbClr val="F26B43"/>
          </p15:clr>
        </p15:guide>
        <p15:guide id="3" pos="7469">
          <p15:clr>
            <a:srgbClr val="F26B43"/>
          </p15:clr>
        </p15:guide>
        <p15:guide id="4" orient="horz" pos="3899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334964" y="324000"/>
            <a:ext cx="11522074" cy="53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6" tIns="71436" rIns="71436" bIns="71436" anchor="ctr">
            <a:normAutofit/>
          </a:bodyPr>
          <a:lstStyle/>
          <a:p>
            <a:r>
              <a:rPr lang="en-US" dirty="0"/>
              <a:t>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7839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</p:sldLayoutIdLst>
  <p:transition spd="med"/>
  <p:hf hdr="0" ftr="0" dt="0"/>
  <p:txStyles>
    <p:titleStyle>
      <a:lvl1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200" b="1" i="0" u="none" strike="noStrike" cap="none" spc="0" baseline="0">
          <a:ln>
            <a:noFill/>
          </a:ln>
          <a:solidFill>
            <a:srgbClr val="000000"/>
          </a:solidFill>
          <a:uFillTx/>
          <a:latin typeface="+mj-ea"/>
          <a:ea typeface="+mj-ea"/>
          <a:cs typeface="Rakuten Sans" panose="020B0503020203020204" pitchFamily="34" charset="0"/>
          <a:sym typeface="メイリオ"/>
        </a:defRPr>
      </a:lvl1pPr>
      <a:lvl2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2pPr>
      <a:lvl3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3pPr>
      <a:lvl4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4pPr>
      <a:lvl5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5pPr>
      <a:lvl6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6pPr>
      <a:lvl7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7pPr>
      <a:lvl8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8pPr>
      <a:lvl9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9pPr>
    </p:titleStyle>
    <p:bodyStyle>
      <a:lvl1pPr marL="0" marR="0" indent="0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1pPr>
      <a:lvl2pPr marL="464374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2pPr>
      <a:lvl3pPr marL="631073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3pPr>
      <a:lvl4pPr marL="797772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4pPr>
      <a:lvl5pPr marL="964470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5pPr>
      <a:lvl6pPr marL="1131169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6pPr>
      <a:lvl7pPr marL="1297868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7pPr>
      <a:lvl8pPr marL="1464566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8pPr>
      <a:lvl9pPr marL="1631265" marR="0" indent="-297676" algn="l" defTabSz="3084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kumimoji="1"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j-cs"/>
          <a:sym typeface="メイリオ"/>
        </a:defRPr>
      </a:lvl9pPr>
    </p:bodyStyle>
    <p:otherStyle>
      <a:lvl1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1pPr>
      <a:lvl2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2pPr>
      <a:lvl3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3pPr>
      <a:lvl4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4pPr>
      <a:lvl5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5pPr>
      <a:lvl6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6pPr>
      <a:lvl7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7pPr>
      <a:lvl8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8pPr>
      <a:lvl9pPr marL="0" marR="0" indent="0" algn="ctr" defTabSz="548474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0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kuten Global B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8">
          <p15:clr>
            <a:srgbClr val="F26B43"/>
          </p15:clr>
        </p15:guide>
        <p15:guide id="2" pos="211">
          <p15:clr>
            <a:srgbClr val="F26B43"/>
          </p15:clr>
        </p15:guide>
        <p15:guide id="3" pos="7469">
          <p15:clr>
            <a:srgbClr val="F26B43"/>
          </p15:clr>
        </p15:guide>
        <p15:guide id="4" orient="horz" pos="3899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hyperlink" Target="https://rakuteninternational.com/news/mikitani-unveils-the-super-agent-at-rakuten-ai-optimism-2026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704088"/>
            <a:ext cx="41148" cy="640080"/>
          </a:xfrm>
          <a:prstGeom prst="rect">
            <a:avLst/>
          </a:prstGeom>
          <a:solidFill>
            <a:srgbClr val="B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029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Rakuten Sans JP"/>
              </a:rPr>
              <a:t>ASAKAI · </a:t>
            </a:r>
            <a:r>
              <a:rPr sz="900" b="0">
                <a:solidFill>
                  <a:srgbClr val="FFFFFF"/>
                </a:solidFill>
                <a:latin typeface="Rakuten Sans JP"/>
              </a:rPr>
              <a:t>RAKATHON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740664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0">
                <a:solidFill>
                  <a:srgbClr val="FFFFFF"/>
                </a:solidFill>
                <a:latin typeface="Rakuten Sans JP"/>
              </a:rPr>
              <a:t>Rakathon</a:t>
            </a:r>
            <a:r>
              <a:rPr sz="4400" b="0">
                <a:solidFill>
                  <a:srgbClr val="FFFFFF"/>
                </a:solidFill>
                <a:latin typeface="Rakuten Sans JP"/>
              </a:rPr>
              <a:t>: From Idea to D-Day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90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D1D5DB"/>
                </a:solidFill>
                <a:latin typeface="Rakuten Sans JP"/>
              </a:rPr>
              <a:t>Submit your idea, get shortlisted, hack for a week, and demo live to the senior jury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9893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Rakuten Sans JP"/>
              </a:rPr>
              <a:t>Submission 15–31 Oct 2026  ·  Event Day 23 Nov 2026  ·  RIEPL India</a:t>
            </a:r>
          </a:p>
        </p:txBody>
      </p:sp>
    </p:spTree>
    <p:extLst>
      <p:ext uri="{BB962C8B-B14F-4D97-AF65-F5344CB8AC3E}">
        <p14:creationId xmlns:p14="http://schemas.microsoft.com/office/powerpoint/2010/main" val="414281184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EFFD647-CD56-41B9-8562-369370490A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41" b="6141"/>
          <a:stretch/>
        </p:blipFill>
        <p:spPr>
          <a:xfrm>
            <a:off x="7442752" y="0"/>
            <a:ext cx="4738484" cy="6190088"/>
          </a:xfrm>
          <a:prstGeom prst="roundRect">
            <a:avLst>
              <a:gd name="adj" fmla="val 4169"/>
            </a:avLst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E752F05-9460-434B-A72F-57E32714472B}"/>
              </a:ext>
            </a:extLst>
          </p:cNvPr>
          <p:cNvSpPr/>
          <p:nvPr/>
        </p:nvSpPr>
        <p:spPr>
          <a:xfrm>
            <a:off x="7442752" y="-1"/>
            <a:ext cx="4749248" cy="6184211"/>
          </a:xfrm>
          <a:prstGeom prst="roundRect">
            <a:avLst>
              <a:gd name="adj" fmla="val 4322"/>
            </a:avLst>
          </a:prstGeom>
          <a:gradFill>
            <a:gsLst>
              <a:gs pos="18000">
                <a:srgbClr val="C00000">
                  <a:alpha val="79000"/>
                </a:srgbClr>
              </a:gs>
              <a:gs pos="100000">
                <a:srgbClr val="C00000">
                  <a:alpha val="3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akuten Sans"/>
              <a:ea typeface="メイリオ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27D275-D6CB-C14F-A0B5-8F8D67FC1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Rakuten Sans" panose="020B0503020203020204" pitchFamily="34" charset="0"/>
                <a:cs typeface="Rakuten Sans" panose="020B0503020203020204" pitchFamily="34" charset="0"/>
              </a:rPr>
              <a:t>This Presentation Relates to…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E2348-7A58-F44F-9EE3-46D6F4B713C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2800" b="1" u="sng" dirty="0">
                <a:solidFill>
                  <a:schemeClr val="accent6"/>
                </a:solidFill>
                <a:latin typeface="+mj-lt"/>
              </a:rPr>
              <a:t>Brand Concepts</a:t>
            </a:r>
          </a:p>
          <a:p>
            <a:pPr marL="645768" lvl="1" indent="-285750">
              <a:buFont typeface="Wingdings" pitchFamily="2" charset="2"/>
              <a:buChar char="q"/>
            </a:pPr>
            <a:r>
              <a:rPr lang="en-US" sz="1800" b="1" dirty="0">
                <a:solidFill>
                  <a:schemeClr val="tx1"/>
                </a:solidFill>
                <a:latin typeface="+mj-lt"/>
              </a:rPr>
              <a:t>On a Mission: Empowerment</a:t>
            </a:r>
          </a:p>
          <a:p>
            <a:pPr marL="645768" lvl="1" indent="-285750">
              <a:buFont typeface="Wingdings" pitchFamily="2" charset="2"/>
              <a:buChar char="q"/>
            </a:pPr>
            <a:r>
              <a:rPr lang="en-US" sz="1800" b="1" dirty="0">
                <a:solidFill>
                  <a:schemeClr val="tx1"/>
                </a:solidFill>
                <a:latin typeface="+mj-lt"/>
              </a:rPr>
              <a:t>Behave Ethically: Integrity</a:t>
            </a:r>
          </a:p>
          <a:p>
            <a:pPr marL="645768" lvl="1" indent="-285750">
              <a:buFont typeface="Wingdings" pitchFamily="2" charset="2"/>
              <a:buChar char="q"/>
            </a:pPr>
            <a:r>
              <a:rPr lang="en-US" sz="1800" b="1" dirty="0">
                <a:solidFill>
                  <a:schemeClr val="tx1"/>
                </a:solidFill>
                <a:latin typeface="+mj-lt"/>
              </a:rPr>
              <a:t>Prepare to Succeed: Professionalism</a:t>
            </a:r>
          </a:p>
          <a:p>
            <a:pPr marL="645768" lvl="1" indent="-285750">
              <a:buFont typeface="Wingdings" pitchFamily="2" charset="2"/>
              <a:buChar char="q"/>
            </a:pPr>
            <a:r>
              <a:rPr lang="en-US" sz="1800" b="1" dirty="0">
                <a:solidFill>
                  <a:schemeClr val="tx1"/>
                </a:solidFill>
                <a:latin typeface="+mj-lt"/>
              </a:rPr>
              <a:t>Complete Commitment: Get Things Done</a:t>
            </a:r>
          </a:p>
          <a:p>
            <a:pPr marL="645768" lvl="1" indent="-285750">
              <a:buFont typeface="Wingdings" pitchFamily="2" charset="2"/>
              <a:buChar char="q"/>
            </a:pPr>
            <a:r>
              <a:rPr lang="en-US" sz="1800" b="1" dirty="0">
                <a:solidFill>
                  <a:schemeClr val="tx1"/>
                </a:solidFill>
                <a:latin typeface="+mj-lt"/>
              </a:rPr>
              <a:t>Solidarity: Succeed as a Team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dirty="0">
              <a:latin typeface="+mj-lt"/>
            </a:endParaRPr>
          </a:p>
          <a:p>
            <a:r>
              <a:rPr lang="en-US" sz="2800" b="1" u="sng" dirty="0">
                <a:solidFill>
                  <a:schemeClr val="accent6"/>
                </a:solidFill>
                <a:latin typeface="+mj-lt"/>
              </a:rPr>
              <a:t>5 Principles for Success</a:t>
            </a:r>
          </a:p>
          <a:p>
            <a:pPr marL="645768" lvl="1" indent="-285750">
              <a:buFont typeface="Wingdings" pitchFamily="2" charset="2"/>
              <a:buChar char="q"/>
            </a:pPr>
            <a:r>
              <a:rPr lang="en-US" sz="1800" b="1" dirty="0">
                <a:solidFill>
                  <a:schemeClr val="tx1"/>
                </a:solidFill>
                <a:latin typeface="+mj-lt"/>
              </a:rPr>
              <a:t>Always Improve, Always Advance</a:t>
            </a:r>
          </a:p>
          <a:p>
            <a:pPr marL="645768" lvl="1" indent="-285750">
              <a:buFont typeface="Wingdings" pitchFamily="2" charset="2"/>
              <a:buChar char="q"/>
            </a:pPr>
            <a:r>
              <a:rPr lang="en-US" sz="1800" b="1" dirty="0">
                <a:solidFill>
                  <a:schemeClr val="tx1"/>
                </a:solidFill>
                <a:latin typeface="+mj-lt"/>
              </a:rPr>
              <a:t>Be Passionately Professional</a:t>
            </a:r>
          </a:p>
          <a:p>
            <a:pPr marL="645768" lvl="1" indent="-285750">
              <a:buFont typeface="Wingdings" pitchFamily="2" charset="2"/>
              <a:buChar char="q"/>
            </a:pPr>
            <a:r>
              <a:rPr lang="en-US" sz="1800" b="1" dirty="0">
                <a:solidFill>
                  <a:schemeClr val="tx1"/>
                </a:solidFill>
                <a:latin typeface="+mj-lt"/>
              </a:rPr>
              <a:t>Hypothesize</a:t>
            </a:r>
            <a:r>
              <a:rPr lang="ja-JP" altLang="en-US" sz="1800" b="1" dirty="0">
                <a:solidFill>
                  <a:schemeClr val="tx1"/>
                </a:solidFill>
                <a:latin typeface="+mj-lt"/>
              </a:rPr>
              <a:t> → </a:t>
            </a:r>
            <a:r>
              <a:rPr lang="en-US" sz="1800" b="1" dirty="0">
                <a:solidFill>
                  <a:schemeClr val="tx1"/>
                </a:solidFill>
                <a:latin typeface="+mj-lt"/>
              </a:rPr>
              <a:t>Practice</a:t>
            </a:r>
            <a:r>
              <a:rPr lang="ja-JP" altLang="en-US" sz="1800" b="1" dirty="0">
                <a:solidFill>
                  <a:schemeClr val="tx1"/>
                </a:solidFill>
                <a:latin typeface="+mj-lt"/>
              </a:rPr>
              <a:t> → </a:t>
            </a:r>
            <a:r>
              <a:rPr lang="en-US" sz="1800" b="1" dirty="0">
                <a:solidFill>
                  <a:schemeClr val="tx1"/>
                </a:solidFill>
                <a:latin typeface="+mj-lt"/>
              </a:rPr>
              <a:t>Validate</a:t>
            </a:r>
            <a:r>
              <a:rPr lang="ja-JP" altLang="en-US" sz="1800" b="1" dirty="0">
                <a:solidFill>
                  <a:schemeClr val="tx1"/>
                </a:solidFill>
                <a:latin typeface="+mj-lt"/>
              </a:rPr>
              <a:t> → </a:t>
            </a:r>
            <a:r>
              <a:rPr lang="en-US" sz="1800" b="1" dirty="0">
                <a:solidFill>
                  <a:schemeClr val="tx1"/>
                </a:solidFill>
                <a:latin typeface="+mj-lt"/>
              </a:rPr>
              <a:t>Shikumika</a:t>
            </a:r>
          </a:p>
          <a:p>
            <a:pPr marL="645768" lvl="1" indent="-285750">
              <a:buFont typeface="Wingdings" pitchFamily="2" charset="2"/>
              <a:buChar char="q"/>
            </a:pPr>
            <a:r>
              <a:rPr lang="en-US" sz="1800" b="1" dirty="0">
                <a:solidFill>
                  <a:schemeClr val="tx1"/>
                </a:solidFill>
                <a:latin typeface="+mj-lt"/>
              </a:rPr>
              <a:t>Maximize Customer Satisfaction</a:t>
            </a:r>
          </a:p>
          <a:p>
            <a:pPr marL="645768" lvl="1" indent="-285750">
              <a:buFont typeface="Wingdings" pitchFamily="2" charset="2"/>
              <a:buChar char="q"/>
            </a:pPr>
            <a:r>
              <a:rPr lang="en-US" sz="1800" b="1" dirty="0">
                <a:solidFill>
                  <a:schemeClr val="tx1"/>
                </a:solidFill>
                <a:latin typeface="+mj-lt"/>
              </a:rPr>
              <a:t>Speed!! Speed!! Speed!!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B9263DA-AFDE-7644-9D24-D99A521C764A}"/>
              </a:ext>
            </a:extLst>
          </p:cNvPr>
          <p:cNvSpPr/>
          <p:nvPr/>
        </p:nvSpPr>
        <p:spPr>
          <a:xfrm>
            <a:off x="623553" y="2670404"/>
            <a:ext cx="5657503" cy="389744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akuten Sans"/>
              <a:ea typeface="メイリオ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0A42EB9-8305-AB47-BB18-832B6FC0084D}"/>
              </a:ext>
            </a:extLst>
          </p:cNvPr>
          <p:cNvSpPr/>
          <p:nvPr/>
        </p:nvSpPr>
        <p:spPr>
          <a:xfrm>
            <a:off x="623552" y="5091436"/>
            <a:ext cx="6615448" cy="1092774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akuten Sans"/>
              <a:ea typeface="メイリオ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E0CA2E4-A113-3CA5-772F-7AD3BB302457}"/>
              </a:ext>
            </a:extLst>
          </p:cNvPr>
          <p:cNvSpPr/>
          <p:nvPr/>
        </p:nvSpPr>
        <p:spPr>
          <a:xfrm>
            <a:off x="612790" y="1571751"/>
            <a:ext cx="5471410" cy="389744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akuten Sans"/>
              <a:ea typeface="メイリオ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AEF8126-C9B0-EDD9-27D8-6F2421292A8A}"/>
              </a:ext>
            </a:extLst>
          </p:cNvPr>
          <p:cNvSpPr/>
          <p:nvPr/>
        </p:nvSpPr>
        <p:spPr>
          <a:xfrm>
            <a:off x="612789" y="3060148"/>
            <a:ext cx="5657503" cy="389744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akuten Sans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423091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F663920F-7748-8C9F-1F10-3FB6637C269C}"/>
              </a:ext>
            </a:extLst>
          </p:cNvPr>
          <p:cNvGrpSpPr/>
          <p:nvPr/>
        </p:nvGrpSpPr>
        <p:grpSpPr>
          <a:xfrm>
            <a:off x="523996" y="5584936"/>
            <a:ext cx="10820095" cy="352157"/>
            <a:chOff x="685800" y="5943600"/>
            <a:chExt cx="10820095" cy="35215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A2CCBA5-8DDA-75C0-6CCA-ADEE0BDE59CD}"/>
                </a:ext>
              </a:extLst>
            </p:cNvPr>
            <p:cNvSpPr/>
            <p:nvPr/>
          </p:nvSpPr>
          <p:spPr>
            <a:xfrm>
              <a:off x="685800" y="5943600"/>
              <a:ext cx="10820095" cy="9000"/>
            </a:xfrm>
            <a:prstGeom prst="rect">
              <a:avLst/>
            </a:prstGeom>
            <a:solidFill>
              <a:srgbClr val="E6E8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kuten Sans JP" panose="020B0400000000000000" pitchFamily="34" charset="-128"/>
                <a:ea typeface="Rakuten Sans JP-2"/>
                <a:cs typeface="+mn-c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15D55F4-58C6-AD4C-32E7-C02184E2C369}"/>
                </a:ext>
              </a:extLst>
            </p:cNvPr>
            <p:cNvSpPr txBox="1"/>
            <p:nvPr/>
          </p:nvSpPr>
          <p:spPr>
            <a:xfrm>
              <a:off x="2396598" y="6126480"/>
              <a:ext cx="7398500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u="none" strike="noStrike" kern="1200" cap="none" spc="240" normalizeH="0" baseline="0" noProof="0" dirty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ALL IDEAS </a:t>
              </a:r>
              <a:r>
                <a:rPr kumimoji="0" sz="1100" u="none" strike="noStrike" kern="1200" cap="none" spc="240" normalizeH="0" baseline="0" noProof="0" dirty="0">
                  <a:ln>
                    <a:noFill/>
                  </a:ln>
                  <a:solidFill>
                    <a:srgbClr val="0F1115"/>
                  </a:solidFill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(N)</a:t>
              </a:r>
              <a:r>
                <a:rPr kumimoji="0" sz="1100" u="none" strike="noStrike" kern="1200" cap="none" spc="240" normalizeH="0" baseline="0" noProof="0" dirty="0">
                  <a:ln>
                    <a:noFill/>
                  </a:ln>
                  <a:solidFill>
                    <a:srgbClr val="9CA3AF"/>
                  </a:solidFill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     →     </a:t>
              </a:r>
              <a:r>
                <a:rPr kumimoji="0" sz="1100" u="none" strike="noStrike" kern="1200" cap="none" spc="240" normalizeH="0" baseline="0" noProof="0" dirty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TOP 10 SHORTLISTED TEAMS</a:t>
              </a:r>
              <a:r>
                <a:rPr kumimoji="0" sz="1100" u="none" strike="noStrike" kern="1200" cap="none" spc="240" normalizeH="0" baseline="0" noProof="0" dirty="0">
                  <a:ln>
                    <a:noFill/>
                  </a:ln>
                  <a:solidFill>
                    <a:srgbClr val="BF0000"/>
                  </a:solidFill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     →     TOP 3 WINNERS</a:t>
              </a: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175B66ED-4C62-B932-F87C-8A7558594823}"/>
              </a:ext>
            </a:extLst>
          </p:cNvPr>
          <p:cNvSpPr/>
          <p:nvPr/>
        </p:nvSpPr>
        <p:spPr>
          <a:xfrm>
            <a:off x="685800" y="704088"/>
            <a:ext cx="41148" cy="64008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kuten Sans JP" panose="020B0400000000000000" pitchFamily="34" charset="-128"/>
              <a:ea typeface="Rakuten Sans JP-2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711587-2E89-DAAB-5A5C-373407F3C2C1}"/>
              </a:ext>
            </a:extLst>
          </p:cNvPr>
          <p:cNvSpPr txBox="1"/>
          <p:nvPr/>
        </p:nvSpPr>
        <p:spPr>
          <a:xfrm>
            <a:off x="928116" y="502920"/>
            <a:ext cx="4572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u="none" strike="noStrike" kern="1200" cap="none" spc="400" normalizeH="0" baseline="0" noProof="0" dirty="0">
                <a:ln>
                  <a:noFill/>
                </a:ln>
                <a:effectLst/>
                <a:uLnTx/>
                <a:uFillTx/>
                <a:latin typeface="Rakuten Sans JP" panose="020B0400000000000000" pitchFamily="34" charset="-128"/>
                <a:ea typeface="Rakuten Sans JP-2"/>
                <a:cs typeface="+mn-cs"/>
              </a:rPr>
              <a:t>PROGRAMME </a:t>
            </a:r>
            <a:r>
              <a:rPr kumimoji="0" sz="900" u="none" strike="noStrike" kern="1200" cap="none" spc="40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uLnTx/>
                <a:uFillTx/>
                <a:latin typeface="Rakuten Sans JP" panose="020B0400000000000000" pitchFamily="34" charset="-128"/>
                <a:ea typeface="Rakuten Sans JP-2"/>
                <a:cs typeface="+mn-cs"/>
              </a:rPr>
              <a:t>TIMELINE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5C6741-7FB1-51BC-F1FC-F8611B451636}"/>
              </a:ext>
            </a:extLst>
          </p:cNvPr>
          <p:cNvSpPr txBox="1"/>
          <p:nvPr/>
        </p:nvSpPr>
        <p:spPr>
          <a:xfrm>
            <a:off x="928116" y="740664"/>
            <a:ext cx="8733160" cy="6771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0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Rakuten Sans JP" panose="020B0400000000000000" pitchFamily="34" charset="-128"/>
                <a:ea typeface="Rakuten Sans JP-2"/>
                <a:cs typeface="+mn-cs"/>
              </a:rPr>
              <a:t>Rakathon</a:t>
            </a:r>
            <a:r>
              <a:rPr kumimoji="0" sz="44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akuten Sans JP" panose="020B0400000000000000" pitchFamily="34" charset="-128"/>
                <a:ea typeface="Rakuten Sans JP-2"/>
                <a:cs typeface="+mn-cs"/>
              </a:rPr>
              <a:t>: From Idea to D-Day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C9FD20-85C6-CA10-F7BB-89107F9EFA7F}"/>
              </a:ext>
            </a:extLst>
          </p:cNvPr>
          <p:cNvSpPr txBox="1"/>
          <p:nvPr/>
        </p:nvSpPr>
        <p:spPr>
          <a:xfrm>
            <a:off x="928116" y="1490472"/>
            <a:ext cx="8229600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uLnTx/>
                <a:uFillTx/>
                <a:latin typeface="Rakuten Sans JP" panose="020B0400000000000000" pitchFamily="34" charset="-128"/>
                <a:ea typeface="Rakuten Sans JP-2"/>
                <a:cs typeface="+mn-cs"/>
              </a:rPr>
              <a:t>Submit your idea, get shortlisted, hack for a week, and demo live to the senior Jury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DD72219-2F15-D4FC-EE11-4968657271A9}"/>
              </a:ext>
            </a:extLst>
          </p:cNvPr>
          <p:cNvGrpSpPr/>
          <p:nvPr/>
        </p:nvGrpSpPr>
        <p:grpSpPr>
          <a:xfrm>
            <a:off x="8987758" y="2187863"/>
            <a:ext cx="2736798" cy="3047856"/>
            <a:chOff x="8987758" y="2187863"/>
            <a:chExt cx="2736798" cy="3047856"/>
          </a:xfrm>
        </p:grpSpPr>
        <p:sp>
          <p:nvSpPr>
            <p:cNvPr id="69" name="Shape 30">
              <a:extLst>
                <a:ext uri="{FF2B5EF4-FFF2-40B4-BE49-F238E27FC236}">
                  <a16:creationId xmlns:a16="http://schemas.microsoft.com/office/drawing/2014/main" id="{4773D78A-04D3-AEC5-93C8-940389E930A2}"/>
                </a:ext>
              </a:extLst>
            </p:cNvPr>
            <p:cNvSpPr/>
            <p:nvPr/>
          </p:nvSpPr>
          <p:spPr>
            <a:xfrm>
              <a:off x="8987758" y="2364575"/>
              <a:ext cx="2736798" cy="2871144"/>
            </a:xfrm>
            <a:prstGeom prst="roundRect">
              <a:avLst>
                <a:gd name="adj" fmla="val 3509"/>
              </a:avLst>
            </a:prstGeom>
            <a:solidFill>
              <a:srgbClr val="BF0000"/>
            </a:solidFill>
            <a:ln w="1270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kuten Sans JP-2"/>
                <a:ea typeface="Rakuten Sans JP-2"/>
                <a:cs typeface="+mn-cs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538777E-B35B-001D-2ECB-A3AD7B607D4B}"/>
                </a:ext>
              </a:extLst>
            </p:cNvPr>
            <p:cNvSpPr/>
            <p:nvPr/>
          </p:nvSpPr>
          <p:spPr>
            <a:xfrm>
              <a:off x="10929721" y="2187863"/>
              <a:ext cx="100584" cy="100584"/>
            </a:xfrm>
            <a:prstGeom prst="ellipse">
              <a:avLst/>
            </a:prstGeom>
            <a:solidFill>
              <a:srgbClr val="BF0000"/>
            </a:solidFill>
            <a:ln w="15875">
              <a:solidFill>
                <a:srgbClr val="B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kuten Sans JP" panose="020B0400000000000000" pitchFamily="34" charset="-128"/>
                <a:ea typeface="Rakuten Sans JP-2"/>
                <a:cs typeface="+mn-cs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97F50C0-C636-6F41-555F-17472D92B9A3}"/>
                </a:ext>
              </a:extLst>
            </p:cNvPr>
            <p:cNvSpPr txBox="1"/>
            <p:nvPr/>
          </p:nvSpPr>
          <p:spPr>
            <a:xfrm>
              <a:off x="9225273" y="2629315"/>
              <a:ext cx="2272075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u="none" strike="noStrike" kern="1200" cap="none" spc="360" normalizeH="0" baseline="0" noProof="0" dirty="0">
                  <a:ln>
                    <a:noFill/>
                  </a:ln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04</a:t>
              </a:r>
              <a:endParaRPr kumimoji="0" sz="900" u="none" strike="noStrike" kern="1200" cap="none" spc="360" normalizeH="0" baseline="0" noProof="0" dirty="0">
                <a:ln>
                  <a:noFill/>
                </a:ln>
                <a:effectLst/>
                <a:uLnTx/>
                <a:uFillTx/>
                <a:latin typeface="Rakuten Sans JP" panose="020B0400000000000000" pitchFamily="34" charset="-128"/>
                <a:ea typeface="Rakuten Sans JP-2"/>
                <a:cs typeface="+mn-cs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434C571-B6B6-E387-2A66-A95D59F29D49}"/>
                </a:ext>
              </a:extLst>
            </p:cNvPr>
            <p:cNvSpPr txBox="1"/>
            <p:nvPr/>
          </p:nvSpPr>
          <p:spPr>
            <a:xfrm>
              <a:off x="9225273" y="2768507"/>
              <a:ext cx="1770678" cy="86177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u="none" strike="noStrike" kern="1200" cap="none" spc="360" normalizeH="0" baseline="0" noProof="0" dirty="0">
                  <a:ln>
                    <a:noFill/>
                  </a:ln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23 NOV.</a:t>
              </a:r>
              <a:br>
                <a:rPr kumimoji="0" lang="en-IN" sz="2800" u="none" strike="noStrike" kern="1200" cap="none" spc="360" normalizeH="0" baseline="0" noProof="0" dirty="0">
                  <a:ln>
                    <a:noFill/>
                  </a:ln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</a:br>
              <a:r>
                <a:rPr kumimoji="0" lang="en-IN" sz="2800" u="none" strike="noStrike" kern="1200" cap="none" spc="360" normalizeH="0" baseline="0" noProof="0" dirty="0">
                  <a:ln>
                    <a:noFill/>
                  </a:ln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2026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861700B-066B-A8DE-F391-60BEFE0B773E}"/>
                </a:ext>
              </a:extLst>
            </p:cNvPr>
            <p:cNvSpPr txBox="1"/>
            <p:nvPr/>
          </p:nvSpPr>
          <p:spPr>
            <a:xfrm>
              <a:off x="9225273" y="3728627"/>
              <a:ext cx="2499283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Event Day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18EF8B1-2706-7CAA-806E-09432B0BA8F2}"/>
                </a:ext>
              </a:extLst>
            </p:cNvPr>
            <p:cNvSpPr txBox="1"/>
            <p:nvPr/>
          </p:nvSpPr>
          <p:spPr>
            <a:xfrm>
              <a:off x="9225273" y="4112675"/>
              <a:ext cx="2499283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u="none" strike="noStrike" kern="1200" cap="none" spc="360" normalizeH="0" baseline="0" noProof="0" dirty="0">
                  <a:ln>
                    <a:noFill/>
                  </a:ln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LIVE DEMO TO JURY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9691F7B-126A-60E8-781B-813BF2A852AD}"/>
                </a:ext>
              </a:extLst>
            </p:cNvPr>
            <p:cNvSpPr/>
            <p:nvPr/>
          </p:nvSpPr>
          <p:spPr>
            <a:xfrm>
              <a:off x="9225273" y="4386995"/>
              <a:ext cx="411480" cy="9000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kuten Sans JP" panose="020B0400000000000000" pitchFamily="34" charset="-128"/>
                <a:ea typeface="Rakuten Sans JP-2"/>
                <a:cs typeface="+mn-cs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680EC23-6190-C7BD-C7E5-2F5A3CAE7C02}"/>
                </a:ext>
              </a:extLst>
            </p:cNvPr>
            <p:cNvSpPr txBox="1"/>
            <p:nvPr/>
          </p:nvSpPr>
          <p:spPr>
            <a:xfrm>
              <a:off x="9225273" y="4386995"/>
              <a:ext cx="2362123" cy="69403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Each team presents and demos live. Top 3 win exciting, rewarding prizes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0283DDC2-B77B-8386-55CA-37E6EA32C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94875" y="3317418"/>
              <a:ext cx="679708" cy="679708"/>
            </a:xfrm>
            <a:prstGeom prst="rect">
              <a:avLst/>
            </a:prstGeom>
          </p:spPr>
        </p:pic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8F37A988-EAD7-B534-99B2-0BB15AF61BF4}"/>
              </a:ext>
            </a:extLst>
          </p:cNvPr>
          <p:cNvGrpSpPr/>
          <p:nvPr/>
        </p:nvGrpSpPr>
        <p:grpSpPr>
          <a:xfrm>
            <a:off x="6094315" y="2187863"/>
            <a:ext cx="2749690" cy="3042812"/>
            <a:chOff x="6046282" y="2187863"/>
            <a:chExt cx="2749690" cy="3042812"/>
          </a:xfrm>
        </p:grpSpPr>
        <p:sp>
          <p:nvSpPr>
            <p:cNvPr id="78" name="Shape 30">
              <a:extLst>
                <a:ext uri="{FF2B5EF4-FFF2-40B4-BE49-F238E27FC236}">
                  <a16:creationId xmlns:a16="http://schemas.microsoft.com/office/drawing/2014/main" id="{F4ADDF9C-F67D-FDAA-E7F1-EAAEEE3A5E7D}"/>
                </a:ext>
              </a:extLst>
            </p:cNvPr>
            <p:cNvSpPr/>
            <p:nvPr/>
          </p:nvSpPr>
          <p:spPr>
            <a:xfrm>
              <a:off x="6046282" y="2359531"/>
              <a:ext cx="2736798" cy="2871144"/>
            </a:xfrm>
            <a:prstGeom prst="roundRect">
              <a:avLst>
                <a:gd name="adj" fmla="val 3509"/>
              </a:avLst>
            </a:prstGeom>
            <a:solidFill>
              <a:srgbClr val="181818"/>
            </a:solidFill>
            <a:ln w="1270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kuten Sans JP-2"/>
                <a:ea typeface="Rakuten Sans JP-2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F185F7A-D4E5-EACD-83BB-1B2BA4754B38}"/>
                </a:ext>
              </a:extLst>
            </p:cNvPr>
            <p:cNvSpPr/>
            <p:nvPr/>
          </p:nvSpPr>
          <p:spPr>
            <a:xfrm>
              <a:off x="7860320" y="2187863"/>
              <a:ext cx="100584" cy="100584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9CA3A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kuten Sans JP" panose="020B0400000000000000" pitchFamily="34" charset="-128"/>
                <a:ea typeface="Rakuten Sans JP-2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58D2CFD-4E7B-D9C1-575A-8BDA74734CC9}"/>
                </a:ext>
              </a:extLst>
            </p:cNvPr>
            <p:cNvSpPr txBox="1"/>
            <p:nvPr/>
          </p:nvSpPr>
          <p:spPr>
            <a:xfrm>
              <a:off x="6318853" y="2567323"/>
              <a:ext cx="2272075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u="none" strike="noStrike" kern="1200" cap="none" spc="360" normalizeH="0" baseline="0" noProof="0" dirty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03</a:t>
              </a:r>
              <a:endParaRPr kumimoji="0" sz="900" u="none" strike="noStrike" kern="1200" cap="none" spc="36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Rakuten Sans JP" panose="020B0400000000000000" pitchFamily="34" charset="-128"/>
                <a:ea typeface="Rakuten Sans JP-2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CC38C3F-1D2C-D259-6E72-06E627DFBC37}"/>
                </a:ext>
              </a:extLst>
            </p:cNvPr>
            <p:cNvSpPr txBox="1"/>
            <p:nvPr/>
          </p:nvSpPr>
          <p:spPr>
            <a:xfrm>
              <a:off x="6296689" y="2706515"/>
              <a:ext cx="1744708" cy="86177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u="none" strike="noStrike" kern="1200" cap="none" spc="360" normalizeH="0" baseline="0" noProof="0" dirty="0">
                  <a:ln>
                    <a:noFill/>
                  </a:ln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16 to 22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u="none" strike="noStrike" kern="1200" cap="none" spc="360" normalizeH="0" baseline="0" noProof="0" dirty="0">
                  <a:ln>
                    <a:noFill/>
                  </a:ln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NOV.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69C9AE5-88F1-B76C-3F1A-6AA70EE650F5}"/>
                </a:ext>
              </a:extLst>
            </p:cNvPr>
            <p:cNvSpPr txBox="1"/>
            <p:nvPr/>
          </p:nvSpPr>
          <p:spPr>
            <a:xfrm>
              <a:off x="6296689" y="3666635"/>
              <a:ext cx="2499283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Hack Week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D8D61C5-33E8-AFDE-7C96-BD896E15B0E7}"/>
                </a:ext>
              </a:extLst>
            </p:cNvPr>
            <p:cNvSpPr txBox="1"/>
            <p:nvPr/>
          </p:nvSpPr>
          <p:spPr>
            <a:xfrm>
              <a:off x="6296689" y="4050683"/>
              <a:ext cx="2499283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u="none" strike="noStrike" kern="1200" cap="none" spc="360" normalizeH="0" baseline="0" noProof="0" dirty="0">
                  <a:ln>
                    <a:noFill/>
                  </a:ln>
                  <a:solidFill>
                    <a:srgbClr val="9CA3AF"/>
                  </a:solidFill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TOP 10 TEAMS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F6C61F4-0850-366D-4824-B16FAB1E20E3}"/>
                </a:ext>
              </a:extLst>
            </p:cNvPr>
            <p:cNvSpPr/>
            <p:nvPr/>
          </p:nvSpPr>
          <p:spPr>
            <a:xfrm>
              <a:off x="6296689" y="4325003"/>
              <a:ext cx="274320" cy="9000"/>
            </a:xfrm>
            <a:prstGeom prst="rect">
              <a:avLst/>
            </a:prstGeom>
            <a:solidFill>
              <a:srgbClr val="E6E8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kuten Sans JP" panose="020B0400000000000000" pitchFamily="34" charset="-128"/>
                <a:ea typeface="Rakuten Sans JP-2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7B1B98-16A7-AF52-102E-14A90A909E8B}"/>
                </a:ext>
              </a:extLst>
            </p:cNvPr>
            <p:cNvSpPr txBox="1"/>
            <p:nvPr/>
          </p:nvSpPr>
          <p:spPr>
            <a:xfrm>
              <a:off x="6296689" y="4386995"/>
              <a:ext cx="2362123" cy="69403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Each team is assigned a mentor to help them prepare against expectations</a:t>
              </a:r>
            </a:p>
          </p:txBody>
        </p: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BFD57ACA-1778-E7AD-EE72-C8D536585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75397" y="3317418"/>
              <a:ext cx="649846" cy="639530"/>
            </a:xfrm>
            <a:prstGeom prst="rect">
              <a:avLst/>
            </a:prstGeom>
          </p:spPr>
        </p:pic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512E3BF-C2DF-D3AB-2723-08A7DF531463}"/>
              </a:ext>
            </a:extLst>
          </p:cNvPr>
          <p:cNvGrpSpPr/>
          <p:nvPr/>
        </p:nvGrpSpPr>
        <p:grpSpPr>
          <a:xfrm>
            <a:off x="3213765" y="2187863"/>
            <a:ext cx="2736798" cy="3042812"/>
            <a:chOff x="3190727" y="2187863"/>
            <a:chExt cx="2736798" cy="3042812"/>
          </a:xfrm>
        </p:grpSpPr>
        <p:sp>
          <p:nvSpPr>
            <p:cNvPr id="79" name="Shape 30">
              <a:extLst>
                <a:ext uri="{FF2B5EF4-FFF2-40B4-BE49-F238E27FC236}">
                  <a16:creationId xmlns:a16="http://schemas.microsoft.com/office/drawing/2014/main" id="{86CD69E8-6B81-6E76-5A50-6CEDCD01B13A}"/>
                </a:ext>
              </a:extLst>
            </p:cNvPr>
            <p:cNvSpPr/>
            <p:nvPr/>
          </p:nvSpPr>
          <p:spPr>
            <a:xfrm>
              <a:off x="3190727" y="2359531"/>
              <a:ext cx="2736798" cy="2871144"/>
            </a:xfrm>
            <a:prstGeom prst="roundRect">
              <a:avLst>
                <a:gd name="adj" fmla="val 3509"/>
              </a:avLst>
            </a:prstGeom>
            <a:solidFill>
              <a:srgbClr val="181818"/>
            </a:solidFill>
            <a:ln w="1270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kuten Sans JP-2"/>
                <a:ea typeface="Rakuten Sans JP-2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5BB906E-A7B6-2100-7E2A-3769314624E4}"/>
                </a:ext>
              </a:extLst>
            </p:cNvPr>
            <p:cNvSpPr/>
            <p:nvPr/>
          </p:nvSpPr>
          <p:spPr>
            <a:xfrm>
              <a:off x="4790920" y="2187863"/>
              <a:ext cx="100584" cy="100584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9CA3A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kuten Sans JP" panose="020B0400000000000000" pitchFamily="34" charset="-128"/>
                <a:ea typeface="Rakuten Sans JP-2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BDDFA5-10B6-811E-7790-F8D78DE44563}"/>
                </a:ext>
              </a:extLst>
            </p:cNvPr>
            <p:cNvSpPr txBox="1"/>
            <p:nvPr/>
          </p:nvSpPr>
          <p:spPr>
            <a:xfrm>
              <a:off x="3406512" y="2567323"/>
              <a:ext cx="2272075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u="none" strike="noStrike" kern="1200" cap="none" spc="360" normalizeH="0" baseline="0" noProof="0" dirty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02</a:t>
              </a:r>
              <a:endParaRPr kumimoji="0" sz="900" u="none" strike="noStrike" kern="1200" cap="none" spc="36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Rakuten Sans JP" panose="020B0400000000000000" pitchFamily="34" charset="-128"/>
                <a:ea typeface="Rakuten Sans JP-2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44D1893-B2FB-D92F-962C-94AB833176C2}"/>
                </a:ext>
              </a:extLst>
            </p:cNvPr>
            <p:cNvSpPr txBox="1"/>
            <p:nvPr/>
          </p:nvSpPr>
          <p:spPr>
            <a:xfrm>
              <a:off x="3384348" y="2706515"/>
              <a:ext cx="1680588" cy="86177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u="none" strike="noStrike" kern="1200" cap="none" spc="360" normalizeH="0" baseline="0" noProof="0" dirty="0">
                  <a:ln>
                    <a:noFill/>
                  </a:ln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13 to 01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u="none" strike="noStrike" kern="1200" cap="none" spc="360" normalizeH="0" baseline="0" noProof="0" dirty="0">
                  <a:ln>
                    <a:noFill/>
                  </a:ln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NOV.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F318984-9FDF-C7BC-BFEF-3A9813975579}"/>
                </a:ext>
              </a:extLst>
            </p:cNvPr>
            <p:cNvSpPr txBox="1"/>
            <p:nvPr/>
          </p:nvSpPr>
          <p:spPr>
            <a:xfrm>
              <a:off x="3384348" y="3666635"/>
              <a:ext cx="2499283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Shortlisting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18DAF4F-5CE4-A0E4-B23A-828FACEFB701}"/>
                </a:ext>
              </a:extLst>
            </p:cNvPr>
            <p:cNvSpPr txBox="1"/>
            <p:nvPr/>
          </p:nvSpPr>
          <p:spPr>
            <a:xfrm>
              <a:off x="3384348" y="4050683"/>
              <a:ext cx="2499283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u="none" strike="noStrike" kern="1200" cap="none" spc="360" normalizeH="0" baseline="0" noProof="0" dirty="0">
                  <a:ln>
                    <a:noFill/>
                  </a:ln>
                  <a:solidFill>
                    <a:srgbClr val="9CA3AF"/>
                  </a:solidFill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PANEL EVALUATION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ED1B36D-2DAB-E572-5E44-7687ED139A24}"/>
                </a:ext>
              </a:extLst>
            </p:cNvPr>
            <p:cNvSpPr/>
            <p:nvPr/>
          </p:nvSpPr>
          <p:spPr>
            <a:xfrm>
              <a:off x="3384348" y="4325003"/>
              <a:ext cx="274320" cy="9000"/>
            </a:xfrm>
            <a:prstGeom prst="rect">
              <a:avLst/>
            </a:prstGeom>
            <a:solidFill>
              <a:srgbClr val="E6E8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kuten Sans JP" panose="020B0400000000000000" pitchFamily="34" charset="-128"/>
                <a:ea typeface="Rakuten Sans JP-2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7C3E12F-1A4C-9903-4A65-646055CDBF4E}"/>
                </a:ext>
              </a:extLst>
            </p:cNvPr>
            <p:cNvSpPr txBox="1"/>
            <p:nvPr/>
          </p:nvSpPr>
          <p:spPr>
            <a:xfrm>
              <a:off x="3384348" y="4386995"/>
              <a:ext cx="2362123" cy="69403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Panels shortlist ideas through a defined evaluation process, from N to 10 ideas</a:t>
              </a:r>
            </a:p>
          </p:txBody>
        </p:sp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75701CC8-5E3A-84F9-1D85-E0E462CE2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41938" y="3317418"/>
              <a:ext cx="611294" cy="611294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0EC65328-31F1-0028-CDDE-430C12CD83A8}"/>
              </a:ext>
            </a:extLst>
          </p:cNvPr>
          <p:cNvSpPr/>
          <p:nvPr/>
        </p:nvSpPr>
        <p:spPr>
          <a:xfrm>
            <a:off x="1738062" y="2233655"/>
            <a:ext cx="9152892" cy="9000"/>
          </a:xfrm>
          <a:prstGeom prst="rect">
            <a:avLst/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kuten Sans JP" panose="020B0400000000000000" pitchFamily="34" charset="-128"/>
              <a:ea typeface="Rakuten Sans JP-2"/>
              <a:cs typeface="+mn-cs"/>
            </a:endParaRP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8143837E-0F29-D0D4-8FE3-0DB571D2ED74}"/>
              </a:ext>
            </a:extLst>
          </p:cNvPr>
          <p:cNvGrpSpPr/>
          <p:nvPr/>
        </p:nvGrpSpPr>
        <p:grpSpPr>
          <a:xfrm>
            <a:off x="333215" y="2187863"/>
            <a:ext cx="2736798" cy="3042812"/>
            <a:chOff x="333215" y="2187863"/>
            <a:chExt cx="2736798" cy="3042812"/>
          </a:xfrm>
        </p:grpSpPr>
        <p:sp>
          <p:nvSpPr>
            <p:cNvPr id="80" name="Shape 30">
              <a:extLst>
                <a:ext uri="{FF2B5EF4-FFF2-40B4-BE49-F238E27FC236}">
                  <a16:creationId xmlns:a16="http://schemas.microsoft.com/office/drawing/2014/main" id="{69386F28-C411-AE27-0FA3-A688AB76E8D1}"/>
                </a:ext>
              </a:extLst>
            </p:cNvPr>
            <p:cNvSpPr/>
            <p:nvPr/>
          </p:nvSpPr>
          <p:spPr>
            <a:xfrm>
              <a:off x="333215" y="2359531"/>
              <a:ext cx="2736798" cy="2871144"/>
            </a:xfrm>
            <a:prstGeom prst="roundRect">
              <a:avLst>
                <a:gd name="adj" fmla="val 3509"/>
              </a:avLst>
            </a:prstGeom>
            <a:solidFill>
              <a:srgbClr val="181818"/>
            </a:solidFill>
            <a:ln w="1270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kuten Sans JP-2"/>
                <a:ea typeface="Rakuten Sans JP-2"/>
                <a:cs typeface="+mn-cs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465475B-D4BE-2ED0-B4A3-0BDBFAE911A8}"/>
                </a:ext>
              </a:extLst>
            </p:cNvPr>
            <p:cNvSpPr/>
            <p:nvPr/>
          </p:nvSpPr>
          <p:spPr>
            <a:xfrm>
              <a:off x="1721520" y="2187863"/>
              <a:ext cx="100584" cy="100584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9CA3A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kuten Sans JP" panose="020B0400000000000000" pitchFamily="34" charset="-128"/>
                <a:ea typeface="Rakuten Sans JP-2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B967EA1-E0BF-7D68-F8C3-C1E7550E4DFB}"/>
                </a:ext>
              </a:extLst>
            </p:cNvPr>
            <p:cNvSpPr txBox="1"/>
            <p:nvPr/>
          </p:nvSpPr>
          <p:spPr>
            <a:xfrm>
              <a:off x="523996" y="2567323"/>
              <a:ext cx="2272075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u="none" strike="noStrike" kern="1200" cap="none" spc="360" normalizeH="0" baseline="0" noProof="0" dirty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01</a:t>
              </a:r>
              <a:endParaRPr kumimoji="0" sz="900" u="none" strike="noStrike" kern="1200" cap="none" spc="36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Rakuten Sans JP" panose="020B0400000000000000" pitchFamily="34" charset="-128"/>
                <a:ea typeface="Rakuten Sans JP-2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DD73AD8-021E-0B0C-1007-067552758F86}"/>
                </a:ext>
              </a:extLst>
            </p:cNvPr>
            <p:cNvSpPr txBox="1"/>
            <p:nvPr/>
          </p:nvSpPr>
          <p:spPr>
            <a:xfrm>
              <a:off x="501832" y="2706515"/>
              <a:ext cx="1656544" cy="86177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u="none" strike="noStrike" kern="1200" cap="none" spc="360" normalizeH="0" baseline="0" noProof="0" dirty="0">
                  <a:ln>
                    <a:noFill/>
                  </a:ln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15 to 31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u="none" strike="noStrike" kern="1200" cap="none" spc="360" normalizeH="0" baseline="0" noProof="0" dirty="0">
                  <a:ln>
                    <a:noFill/>
                  </a:ln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OCT.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7E88AC-A7B7-E648-23AE-BA320DA5E3AD}"/>
                </a:ext>
              </a:extLst>
            </p:cNvPr>
            <p:cNvSpPr txBox="1"/>
            <p:nvPr/>
          </p:nvSpPr>
          <p:spPr>
            <a:xfrm>
              <a:off x="501832" y="3666635"/>
              <a:ext cx="2499283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Submission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230CD0D-76CB-369F-5BF1-612565567C14}"/>
                </a:ext>
              </a:extLst>
            </p:cNvPr>
            <p:cNvSpPr txBox="1"/>
            <p:nvPr/>
          </p:nvSpPr>
          <p:spPr>
            <a:xfrm>
              <a:off x="501832" y="4050683"/>
              <a:ext cx="2499283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u="none" strike="noStrike" kern="1200" cap="none" spc="360" normalizeH="0" baseline="0" noProof="0" dirty="0">
                  <a:ln>
                    <a:noFill/>
                  </a:ln>
                  <a:solidFill>
                    <a:srgbClr val="9CA3AF"/>
                  </a:solidFill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REGISTRATION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8AE8632-88D5-B75A-E1F9-0D05EF08C0F9}"/>
                </a:ext>
              </a:extLst>
            </p:cNvPr>
            <p:cNvSpPr/>
            <p:nvPr/>
          </p:nvSpPr>
          <p:spPr>
            <a:xfrm>
              <a:off x="501832" y="4325003"/>
              <a:ext cx="274320" cy="9000"/>
            </a:xfrm>
            <a:prstGeom prst="rect">
              <a:avLst/>
            </a:prstGeom>
            <a:solidFill>
              <a:srgbClr val="E6E8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kuten Sans JP" panose="020B0400000000000000" pitchFamily="34" charset="-128"/>
                <a:ea typeface="Rakuten Sans JP-2"/>
                <a:cs typeface="+mn-cs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6CD549F8-5527-8CB8-C0BF-4D668EAD03D8}"/>
                </a:ext>
              </a:extLst>
            </p:cNvPr>
            <p:cNvSpPr txBox="1"/>
            <p:nvPr/>
          </p:nvSpPr>
          <p:spPr>
            <a:xfrm>
              <a:off x="490214" y="4386995"/>
              <a:ext cx="2362123" cy="69403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Rakuten Sans JP" panose="020B0400000000000000" pitchFamily="34" charset="-128"/>
                  <a:ea typeface="Rakuten Sans JP-2"/>
                  <a:cs typeface="+mn-cs"/>
                </a:rPr>
                <a:t>Submit hack ideas in the prescribed format. Teams can have up to 4 members.</a:t>
              </a:r>
              <a:endParaRPr kumimoji="0" sz="11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akuten Sans JP" panose="020B0400000000000000" pitchFamily="34" charset="-128"/>
                <a:ea typeface="Rakuten Sans JP-2"/>
                <a:cs typeface="+mn-cs"/>
              </a:endParaRPr>
            </a:p>
          </p:txBody>
        </p:sp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87181FF9-7C51-152E-D9E8-DF17A7BF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15187" y="3317418"/>
              <a:ext cx="600146" cy="6001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22799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3DD3C-84E1-444C-BD78-E39FEA219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Rakathon 2026 —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99F7D-B531-D821-BC3C-4947EA62031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 sz="1800">
                <a:latin typeface="Rakuten Sans JP"/>
              </a:defRPr>
            </a:pPr>
            <a:r>
              <a:t>Theme: Enterprise Agentic AI — build Super Agents that create real business impact</a:t>
            </a:r>
            <a:endParaRPr lang="en-US" dirty="0"/>
          </a:p>
          <a:p>
            <a:pPr>
              <a:defRPr sz="1800">
                <a:latin typeface="Rakuten Sans JP"/>
              </a:defRPr>
            </a:pPr>
            <a:r>
              <a:t>2025 Hack-a-Prompt (vibe coding) → 2026 Rakathon: production-ready agentic solutions</a:t>
            </a:r>
          </a:p>
          <a:p>
            <a:pPr>
              <a:defRPr sz="1800">
                <a:latin typeface="Rakuten Sans JP"/>
              </a:defRPr>
            </a:pPr>
            <a:r>
              <a:t>Aligned with RPC 2026 and Mikitani-san's Super Agent vision</a:t>
            </a:r>
          </a:p>
          <a:p>
            <a:pPr>
              <a:defRPr sz="1800">
                <a:latin typeface="Rakuten Sans JP"/>
              </a:defRPr>
            </a:pPr>
            <a:r>
              <a:t>Tagline contest coming soon — help us name Rakathon 2026</a:t>
            </a:r>
          </a:p>
          <a:p>
            <a:pPr>
              <a:defRPr sz="1800">
                <a:latin typeface="Rakuten Sans JP"/>
              </a:defRPr>
            </a:pPr>
            <a:r>
              <a:rPr sz="1600">
                <a:latin typeface="Rakuten Sans JP"/>
              </a:rPr>
              <a:t>Reference: </a:t>
            </a:r>
            <a:r>
              <a:rPr sz="1600">
                <a:solidFill>
                  <a:srgbClr val="BF0000"/>
                </a:solidFill>
                <a:latin typeface="Rakuten Sans JP"/>
                <a:hlinkClick r:id="rId2"/>
              </a:rPr>
              <a:t>Super Agent at Rakuten AI Optimism 2026</a:t>
            </a:r>
          </a:p>
        </p:txBody>
      </p:sp>
    </p:spTree>
    <p:extLst>
      <p:ext uri="{BB962C8B-B14F-4D97-AF65-F5344CB8AC3E}">
        <p14:creationId xmlns:p14="http://schemas.microsoft.com/office/powerpoint/2010/main" val="16148826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5E5B9-0E4B-1531-F23D-B03A0F3CD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need from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8C806-25B5-2E78-2F8A-826DD47B768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 sz="1800">
                <a:latin typeface="Rakuten Sans JP"/>
              </a:defRPr>
            </a:pPr>
            <a:r>
              <a:t>Tagline contest — submit a creative tagline for Rakathon 2026</a:t>
            </a:r>
          </a:p>
          <a:p>
            <a:pPr>
              <a:defRPr sz="1800">
                <a:latin typeface="Rakuten Sans JP"/>
              </a:defRPr>
            </a:pPr>
            <a:r>
              <a:t>Idea submission — 1-page proposal, POC, and expected business impact (by 31 Oct)</a:t>
            </a:r>
          </a:p>
          <a:p>
            <a:pPr>
              <a:defRPr sz="1800">
                <a:latin typeface="Rakuten Sans JP"/>
              </a:defRPr>
            </a:pPr>
            <a:r>
              <a:t>Problem areas — prepare your pitch around leader-identified RIEPL focus areas</a:t>
            </a:r>
          </a:p>
          <a:p>
            <a:pPr>
              <a:defRPr sz="1800">
                <a:latin typeface="Rakuten Sans JP"/>
              </a:defRPr>
            </a:pPr>
            <a:r>
              <a:t>Teams — 1 to 4 members; cross-department collaboration encouraged</a:t>
            </a:r>
          </a:p>
          <a:p>
            <a:pPr>
              <a:defRPr sz="1800">
                <a:latin typeface="Rakuten Sans JP"/>
              </a:defRPr>
            </a:pPr>
            <a:r>
              <a:t>Recruit teammates and register during the submission window</a:t>
            </a:r>
          </a:p>
        </p:txBody>
      </p:sp>
    </p:spTree>
    <p:extLst>
      <p:ext uri="{BB962C8B-B14F-4D97-AF65-F5344CB8AC3E}">
        <p14:creationId xmlns:p14="http://schemas.microsoft.com/office/powerpoint/2010/main" val="401205546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90461-77D0-3177-E777-CE4BF0468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607" y="667911"/>
            <a:ext cx="11522074" cy="539667"/>
          </a:xfrm>
        </p:spPr>
        <p:txBody>
          <a:bodyPr/>
          <a:lstStyle/>
          <a:p>
            <a:r>
              <a:t>What you get out of the 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78766-B573-97A8-31DC-5BB17FC9832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Tx/>
              <a:buChar char="-"/>
              <a:defRPr sz="1800">
                <a:latin typeface="Rakuten Sans JP"/>
              </a:defRPr>
            </a:pPr>
            <a:r>
              <a:t>Chance to attend a prominent AI conference — and more for top teams</a:t>
            </a:r>
            <a:endParaRPr lang="en-US" dirty="0"/>
          </a:p>
          <a:p>
            <a:pPr>
              <a:defRPr sz="1800">
                <a:latin typeface="Rakuten Sans JP"/>
              </a:defRPr>
            </a:pPr>
            <a:r>
              <a:t>India Agent Marketplace launch — host your agents for use across RIEPL</a:t>
            </a:r>
          </a:p>
          <a:p>
            <a:pPr>
              <a:defRPr sz="1800">
                <a:latin typeface="Rakuten Sans JP"/>
              </a:defRPr>
            </a:pPr>
            <a:r>
              <a:t>Impact on leader-identified problem areas with org-wide visibility</a:t>
            </a:r>
          </a:p>
          <a:p>
            <a:pPr>
              <a:defRPr sz="1800">
                <a:latin typeface="Rakuten Sans JP"/>
              </a:defRPr>
            </a:pPr>
            <a:r>
              <a:t>Mentorship during Hack Week and recognition for Top 3 winners</a:t>
            </a:r>
          </a:p>
        </p:txBody>
      </p:sp>
    </p:spTree>
    <p:extLst>
      <p:ext uri="{BB962C8B-B14F-4D97-AF65-F5344CB8AC3E}">
        <p14:creationId xmlns:p14="http://schemas.microsoft.com/office/powerpoint/2010/main" val="382481324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36024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R-Style v3.0">
  <a:themeElements>
    <a:clrScheme name="R-Style v2.0">
      <a:dk1>
        <a:srgbClr val="000000"/>
      </a:dk1>
      <a:lt1>
        <a:srgbClr val="FFFFFF"/>
      </a:lt1>
      <a:dk2>
        <a:srgbClr val="BF0000"/>
      </a:dk2>
      <a:lt2>
        <a:srgbClr val="F0F0F0"/>
      </a:lt2>
      <a:accent1>
        <a:srgbClr val="BF0000"/>
      </a:accent1>
      <a:accent2>
        <a:srgbClr val="EC4848"/>
      </a:accent2>
      <a:accent3>
        <a:srgbClr val="FFBA46"/>
      </a:accent3>
      <a:accent4>
        <a:srgbClr val="7FDB4B"/>
      </a:accent4>
      <a:accent5>
        <a:srgbClr val="37B4F3"/>
      </a:accent5>
      <a:accent6>
        <a:srgbClr val="2D5BD6"/>
      </a:accent6>
      <a:hlink>
        <a:srgbClr val="0000FF"/>
      </a:hlink>
      <a:folHlink>
        <a:srgbClr val="800080"/>
      </a:folHlink>
    </a:clrScheme>
    <a:fontScheme name="ユーザー定義 1">
      <a:majorFont>
        <a:latin typeface="Rakuten Global B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kumimoji="1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3" id="{03BB6033-5000-4161-A267-D5C2B91B0EA1}" vid="{64B5F1D1-64FD-4D34-A892-385633CA1EA4}"/>
    </a:ext>
  </a:extLst>
</a:theme>
</file>

<file path=ppt/theme/theme2.xml><?xml version="1.0" encoding="utf-8"?>
<a:theme xmlns:a="http://schemas.openxmlformats.org/drawingml/2006/main" name="R-Style template v4">
  <a:themeElements>
    <a:clrScheme name="R-Style v2.0">
      <a:dk1>
        <a:srgbClr val="000000"/>
      </a:dk1>
      <a:lt1>
        <a:srgbClr val="FFFFFF"/>
      </a:lt1>
      <a:dk2>
        <a:srgbClr val="BF0000"/>
      </a:dk2>
      <a:lt2>
        <a:srgbClr val="F0F0F0"/>
      </a:lt2>
      <a:accent1>
        <a:srgbClr val="BF0000"/>
      </a:accent1>
      <a:accent2>
        <a:srgbClr val="EC4848"/>
      </a:accent2>
      <a:accent3>
        <a:srgbClr val="FFBA46"/>
      </a:accent3>
      <a:accent4>
        <a:srgbClr val="7FDB4B"/>
      </a:accent4>
      <a:accent5>
        <a:srgbClr val="37B4F3"/>
      </a:accent5>
      <a:accent6>
        <a:srgbClr val="2D5BD6"/>
      </a:accent6>
      <a:hlink>
        <a:srgbClr val="0000FF"/>
      </a:hlink>
      <a:folHlink>
        <a:srgbClr val="800080"/>
      </a:folHlink>
    </a:clrScheme>
    <a:fontScheme name="R-style_v4">
      <a:majorFont>
        <a:latin typeface="Rakuten Sans JP"/>
        <a:ea typeface="Rakuten Sans JP"/>
        <a:cs typeface=""/>
      </a:majorFont>
      <a:minorFont>
        <a:latin typeface="Rakuten Sans JP"/>
        <a:ea typeface="Rakuten Sans JP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kumimoji="1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01_Corporate_nolabel_16x9_v4" id="{5A4AA7C4-33BD-6542-AAA9-D98D73F2EF95}" vid="{F3286CFC-2F61-844B-B17F-1D2BABF3BFD2}"/>
    </a:ext>
  </a:extLst>
</a:theme>
</file>

<file path=ppt/theme/theme3.xml><?xml version="1.0" encoding="utf-8"?>
<a:theme xmlns:a="http://schemas.openxmlformats.org/drawingml/2006/main" name="1_R-Style v3.0">
  <a:themeElements>
    <a:clrScheme name="R-Style v2.0">
      <a:dk1>
        <a:srgbClr val="000000"/>
      </a:dk1>
      <a:lt1>
        <a:srgbClr val="FFFFFF"/>
      </a:lt1>
      <a:dk2>
        <a:srgbClr val="BF0000"/>
      </a:dk2>
      <a:lt2>
        <a:srgbClr val="F0F0F0"/>
      </a:lt2>
      <a:accent1>
        <a:srgbClr val="BF0000"/>
      </a:accent1>
      <a:accent2>
        <a:srgbClr val="EC4848"/>
      </a:accent2>
      <a:accent3>
        <a:srgbClr val="FFBA46"/>
      </a:accent3>
      <a:accent4>
        <a:srgbClr val="7FDB4B"/>
      </a:accent4>
      <a:accent5>
        <a:srgbClr val="37B4F3"/>
      </a:accent5>
      <a:accent6>
        <a:srgbClr val="2D5BD6"/>
      </a:accent6>
      <a:hlink>
        <a:srgbClr val="0000FF"/>
      </a:hlink>
      <a:folHlink>
        <a:srgbClr val="800080"/>
      </a:folHlink>
    </a:clrScheme>
    <a:fontScheme name="Rakuten Sans">
      <a:majorFont>
        <a:latin typeface="Rakuten Sans"/>
        <a:ea typeface="メイリオ"/>
        <a:cs typeface=""/>
      </a:majorFont>
      <a:minorFont>
        <a:latin typeface="Rakuten Sans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kumimoji="1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8" id="{A40199D7-6112-B949-A03F-2337BE56AD41}" vid="{95BC341C-B41A-0A40-94E5-082A6F8580D5}"/>
    </a:ext>
  </a:extLst>
</a:theme>
</file>

<file path=ppt/theme/theme4.xml><?xml version="1.0" encoding="utf-8"?>
<a:theme xmlns:a="http://schemas.openxmlformats.org/drawingml/2006/main" name="1_R-Style template v4">
  <a:themeElements>
    <a:clrScheme name="R-Style v2.0">
      <a:dk1>
        <a:srgbClr val="000000"/>
      </a:dk1>
      <a:lt1>
        <a:srgbClr val="FFFFFF"/>
      </a:lt1>
      <a:dk2>
        <a:srgbClr val="BF0000"/>
      </a:dk2>
      <a:lt2>
        <a:srgbClr val="F0F0F0"/>
      </a:lt2>
      <a:accent1>
        <a:srgbClr val="BF0000"/>
      </a:accent1>
      <a:accent2>
        <a:srgbClr val="EC4848"/>
      </a:accent2>
      <a:accent3>
        <a:srgbClr val="FFBA46"/>
      </a:accent3>
      <a:accent4>
        <a:srgbClr val="7FDB4B"/>
      </a:accent4>
      <a:accent5>
        <a:srgbClr val="37B4F3"/>
      </a:accent5>
      <a:accent6>
        <a:srgbClr val="2D5BD6"/>
      </a:accent6>
      <a:hlink>
        <a:srgbClr val="0000FF"/>
      </a:hlink>
      <a:folHlink>
        <a:srgbClr val="800080"/>
      </a:folHlink>
    </a:clrScheme>
    <a:fontScheme name="Rakuten Sans JP-2">
      <a:majorFont>
        <a:latin typeface="Rakuten Sans JP-2"/>
        <a:ea typeface="Rakuten Sans JP-2"/>
        <a:cs typeface=""/>
      </a:majorFont>
      <a:minorFont>
        <a:latin typeface="Rakuten Sans JP-2"/>
        <a:ea typeface="Rakuten Sans JP-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kumimoji="1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27" id="{AB29F6CA-4940-44D7-9467-86384C623C86}" vid="{D8449CD9-D54F-4A98-A662-81B38E1D29F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406</Words>
  <Application>Microsoft Macintosh PowerPoint</Application>
  <PresentationFormat>Widescreen</PresentationFormat>
  <Paragraphs>73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Rakuten Sans JP</vt:lpstr>
      <vt:lpstr>Rakuten Sans JP-2</vt:lpstr>
      <vt:lpstr>游ゴシック</vt:lpstr>
      <vt:lpstr>Rakuten Sans</vt:lpstr>
      <vt:lpstr>Wingdings</vt:lpstr>
      <vt:lpstr>R-Style v3.0</vt:lpstr>
      <vt:lpstr>R-Style template v4</vt:lpstr>
      <vt:lpstr>1_R-Style v3.0</vt:lpstr>
      <vt:lpstr>1_R-Style template v4</vt:lpstr>
      <vt:lpstr>PowerPoint Presentation</vt:lpstr>
      <vt:lpstr>This Presentation Relates to…</vt:lpstr>
      <vt:lpstr>PowerPoint Presentation</vt:lpstr>
      <vt:lpstr>Rakathon 2026 – Background - </vt:lpstr>
      <vt:lpstr>What we need from you </vt:lpstr>
      <vt:lpstr>What you get out of the event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Hanko - Image Annotation for Visual Search Models</dc:title>
  <dc:creator>Narwal, Jitender | RIEPL</dc:creator>
  <cp:lastModifiedBy>K P, Punith</cp:lastModifiedBy>
  <cp:revision>28</cp:revision>
  <dcterms:created xsi:type="dcterms:W3CDTF">2024-02-08T07:58:41Z</dcterms:created>
  <dcterms:modified xsi:type="dcterms:W3CDTF">2026-10-12T05:03:34Z</dcterms:modified>
</cp:coreProperties>
</file>